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sldIdLst>
    <p:sldId id="257" r:id="rId2"/>
  </p:sldIdLst>
  <p:sldSz cx="30275213" cy="42803763"/>
  <p:notesSz cx="6858000" cy="9144000"/>
  <p:embeddedFontLst>
    <p:embeddedFont>
      <p:font typeface="Cambria Math" panose="02040503050406030204" pitchFamily="18" charset="0"/>
      <p:regular r:id="rId3"/>
    </p:embeddedFont>
    <p:embeddedFont>
      <p:font typeface="Tahoma" panose="020B0604030504040204" pitchFamily="34" charset="0"/>
      <p:regular r:id="rId4"/>
      <p:bold r:id="rId5"/>
    </p:embeddedFont>
    <p:embeddedFont>
      <p:font typeface="UCL Sans" panose="020B0604020202020204" charset="0"/>
      <p:regular r:id="rId6"/>
      <p:bold r:id="rId7"/>
      <p:italic r:id="rId8"/>
    </p:embeddedFont>
    <p:embeddedFont>
      <p:font typeface="UCL Sans SemiBold" panose="020B0604020202020204" charset="0"/>
      <p:regular r:id="rId9"/>
      <p:bold r:id="rId10"/>
      <p:italic r:id="rId11"/>
      <p:boldItalic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FFFFFF"/>
    <a:srgbClr val="52C152"/>
    <a:srgbClr val="FFCA36"/>
    <a:srgbClr val="FEF9E6"/>
    <a:srgbClr val="000000"/>
    <a:srgbClr val="B5BD00"/>
    <a:srgbClr val="D1D1D2"/>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08BCCB-CD95-4738-8368-A4423AA00BE9}" v="79" dt="2026-08-21T17:10:05.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62" autoAdjust="0"/>
    <p:restoredTop sz="94660"/>
  </p:normalViewPr>
  <p:slideViewPr>
    <p:cSldViewPr snapToGrid="0" showGuides="1">
      <p:cViewPr>
        <p:scale>
          <a:sx n="20" d="100"/>
          <a:sy n="20" d="100"/>
        </p:scale>
        <p:origin x="1316" y="-2068"/>
      </p:cViewPr>
      <p:guideLst>
        <p:guide orient="horz" pos="13482"/>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font" Target="fonts/font10.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heme" Target="theme/theme1.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Mok" userId="2b5ff9b4bc27d924" providerId="LiveId" clId="{98BDB49B-93C9-4AB7-A5FC-395AE49E91C6}"/>
    <pc:docChg chg="undo custSel modSld">
      <pc:chgData name="Ryan Mok" userId="2b5ff9b4bc27d924" providerId="LiveId" clId="{98BDB49B-93C9-4AB7-A5FC-395AE49E91C6}" dt="2026-08-21T17:10:11.760" v="1033" actId="20577"/>
      <pc:docMkLst>
        <pc:docMk/>
      </pc:docMkLst>
      <pc:sldChg chg="addSp delSp modSp mod">
        <pc:chgData name="Ryan Mok" userId="2b5ff9b4bc27d924" providerId="LiveId" clId="{98BDB49B-93C9-4AB7-A5FC-395AE49E91C6}" dt="2026-08-21T17:10:11.760" v="1033" actId="20577"/>
        <pc:sldMkLst>
          <pc:docMk/>
          <pc:sldMk cId="4292117653" sldId="257"/>
        </pc:sldMkLst>
        <pc:spChg chg="add mod ord">
          <ac:chgData name="Ryan Mok" userId="2b5ff9b4bc27d924" providerId="LiveId" clId="{98BDB49B-93C9-4AB7-A5FC-395AE49E91C6}" dt="2026-08-21T16:48:59.072" v="727" actId="14100"/>
          <ac:spMkLst>
            <pc:docMk/>
            <pc:sldMk cId="4292117653" sldId="257"/>
            <ac:spMk id="4" creationId="{D42AB8C2-25DD-BB2D-B6C0-4779E7E8F7A4}"/>
          </ac:spMkLst>
        </pc:spChg>
        <pc:spChg chg="mod">
          <ac:chgData name="Ryan Mok" userId="2b5ff9b4bc27d924" providerId="LiveId" clId="{98BDB49B-93C9-4AB7-A5FC-395AE49E91C6}" dt="2026-08-21T16:20:22.043" v="283" actId="1037"/>
          <ac:spMkLst>
            <pc:docMk/>
            <pc:sldMk cId="4292117653" sldId="257"/>
            <ac:spMk id="5" creationId="{89A22B2F-87AE-C252-DFD0-43E5698FE779}"/>
          </ac:spMkLst>
        </pc:spChg>
        <pc:spChg chg="add mod ord">
          <ac:chgData name="Ryan Mok" userId="2b5ff9b4bc27d924" providerId="LiveId" clId="{98BDB49B-93C9-4AB7-A5FC-395AE49E91C6}" dt="2026-08-21T16:52:48.985" v="826" actId="1038"/>
          <ac:spMkLst>
            <pc:docMk/>
            <pc:sldMk cId="4292117653" sldId="257"/>
            <ac:spMk id="13" creationId="{4D47AD60-669D-E494-90A5-6132D860A5F5}"/>
          </ac:spMkLst>
        </pc:spChg>
        <pc:spChg chg="mod">
          <ac:chgData name="Ryan Mok" userId="2b5ff9b4bc27d924" providerId="LiveId" clId="{98BDB49B-93C9-4AB7-A5FC-395AE49E91C6}" dt="2026-08-21T15:48:06.709" v="80" actId="14100"/>
          <ac:spMkLst>
            <pc:docMk/>
            <pc:sldMk cId="4292117653" sldId="257"/>
            <ac:spMk id="16" creationId="{F20C7405-A15F-5AAE-DEA7-7DC35C7546C6}"/>
          </ac:spMkLst>
        </pc:spChg>
        <pc:spChg chg="add mod ord">
          <ac:chgData name="Ryan Mok" userId="2b5ff9b4bc27d924" providerId="LiveId" clId="{98BDB49B-93C9-4AB7-A5FC-395AE49E91C6}" dt="2026-08-21T17:10:11.760" v="1033" actId="20577"/>
          <ac:spMkLst>
            <pc:docMk/>
            <pc:sldMk cId="4292117653" sldId="257"/>
            <ac:spMk id="30" creationId="{6D1E0F68-3B4D-6B6E-022F-1A85ED13D1F6}"/>
          </ac:spMkLst>
        </pc:spChg>
        <pc:spChg chg="mod ord">
          <ac:chgData name="Ryan Mok" userId="2b5ff9b4bc27d924" providerId="LiveId" clId="{98BDB49B-93C9-4AB7-A5FC-395AE49E91C6}" dt="2026-08-21T16:50:22.744" v="773" actId="1037"/>
          <ac:spMkLst>
            <pc:docMk/>
            <pc:sldMk cId="4292117653" sldId="257"/>
            <ac:spMk id="71" creationId="{C78BEC60-FE2C-EF1C-AB33-11262889F5A8}"/>
          </ac:spMkLst>
        </pc:spChg>
        <pc:spChg chg="add mod">
          <ac:chgData name="Ryan Mok" userId="2b5ff9b4bc27d924" providerId="LiveId" clId="{98BDB49B-93C9-4AB7-A5FC-395AE49E91C6}" dt="2026-08-21T16:49:59.712" v="763" actId="14100"/>
          <ac:spMkLst>
            <pc:docMk/>
            <pc:sldMk cId="4292117653" sldId="257"/>
            <ac:spMk id="72" creationId="{0FA3F30F-EBB2-E7F4-19C2-03EEE338769B}"/>
          </ac:spMkLst>
        </pc:spChg>
        <pc:spChg chg="mod ord">
          <ac:chgData name="Ryan Mok" userId="2b5ff9b4bc27d924" providerId="LiveId" clId="{98BDB49B-93C9-4AB7-A5FC-395AE49E91C6}" dt="2026-08-21T16:50:27.332" v="786" actId="1035"/>
          <ac:spMkLst>
            <pc:docMk/>
            <pc:sldMk cId="4292117653" sldId="257"/>
            <ac:spMk id="73" creationId="{E4D23025-0F35-1DB7-4C0C-8306079DE07D}"/>
          </ac:spMkLst>
        </pc:spChg>
        <pc:spChg chg="add mod ord">
          <ac:chgData name="Ryan Mok" userId="2b5ff9b4bc27d924" providerId="LiveId" clId="{98BDB49B-93C9-4AB7-A5FC-395AE49E91C6}" dt="2026-08-21T16:50:42.062" v="789" actId="14100"/>
          <ac:spMkLst>
            <pc:docMk/>
            <pc:sldMk cId="4292117653" sldId="257"/>
            <ac:spMk id="76" creationId="{F39D9B33-CD21-3C47-1E13-40AEFF9315E0}"/>
          </ac:spMkLst>
        </pc:spChg>
        <pc:spChg chg="add mod">
          <ac:chgData name="Ryan Mok" userId="2b5ff9b4bc27d924" providerId="LiveId" clId="{98BDB49B-93C9-4AB7-A5FC-395AE49E91C6}" dt="2026-08-21T16:51:38.254" v="797" actId="14100"/>
          <ac:spMkLst>
            <pc:docMk/>
            <pc:sldMk cId="4292117653" sldId="257"/>
            <ac:spMk id="79" creationId="{67334839-070E-C03B-6ABF-A09E081EE0C6}"/>
          </ac:spMkLst>
        </pc:spChg>
        <pc:spChg chg="mod">
          <ac:chgData name="Ryan Mok" userId="2b5ff9b4bc27d924" providerId="LiveId" clId="{98BDB49B-93C9-4AB7-A5FC-395AE49E91C6}" dt="2026-08-21T16:32:06.298" v="401"/>
          <ac:spMkLst>
            <pc:docMk/>
            <pc:sldMk cId="4292117653" sldId="257"/>
            <ac:spMk id="81" creationId="{276FFF93-EC63-14BF-8AE2-BEA8494B101D}"/>
          </ac:spMkLst>
        </pc:spChg>
        <pc:spChg chg="mod">
          <ac:chgData name="Ryan Mok" userId="2b5ff9b4bc27d924" providerId="LiveId" clId="{98BDB49B-93C9-4AB7-A5FC-395AE49E91C6}" dt="2026-08-21T16:20:15.809" v="281" actId="1037"/>
          <ac:spMkLst>
            <pc:docMk/>
            <pc:sldMk cId="4292117653" sldId="257"/>
            <ac:spMk id="82" creationId="{9DDA401E-1F53-978F-5CE3-A894F1F88F1F}"/>
          </ac:spMkLst>
        </pc:spChg>
        <pc:spChg chg="add mod">
          <ac:chgData name="Ryan Mok" userId="2b5ff9b4bc27d924" providerId="LiveId" clId="{98BDB49B-93C9-4AB7-A5FC-395AE49E91C6}" dt="2026-08-21T16:52:30.455" v="807" actId="14100"/>
          <ac:spMkLst>
            <pc:docMk/>
            <pc:sldMk cId="4292117653" sldId="257"/>
            <ac:spMk id="85" creationId="{14B54028-AFF8-5790-1BA5-0C0B130861F5}"/>
          </ac:spMkLst>
        </pc:spChg>
        <pc:spChg chg="mod">
          <ac:chgData name="Ryan Mok" userId="2b5ff9b4bc27d924" providerId="LiveId" clId="{98BDB49B-93C9-4AB7-A5FC-395AE49E91C6}" dt="2026-08-21T16:55:57.312" v="828" actId="1076"/>
          <ac:spMkLst>
            <pc:docMk/>
            <pc:sldMk cId="4292117653" sldId="257"/>
            <ac:spMk id="86" creationId="{1A992A0D-F057-82BF-CC69-8D84D2DCAB7A}"/>
          </ac:spMkLst>
        </pc:spChg>
        <pc:grpChg chg="mod">
          <ac:chgData name="Ryan Mok" userId="2b5ff9b4bc27d924" providerId="LiveId" clId="{98BDB49B-93C9-4AB7-A5FC-395AE49E91C6}" dt="2026-08-21T16:20:25.944" v="285" actId="1037"/>
          <ac:grpSpMkLst>
            <pc:docMk/>
            <pc:sldMk cId="4292117653" sldId="257"/>
            <ac:grpSpMk id="6" creationId="{B25D7984-074B-10C1-27C5-1D22030358EA}"/>
          </ac:grpSpMkLst>
        </pc:grpChg>
        <pc:grpChg chg="mod">
          <ac:chgData name="Ryan Mok" userId="2b5ff9b4bc27d924" providerId="LiveId" clId="{98BDB49B-93C9-4AB7-A5FC-395AE49E91C6}" dt="2026-08-21T16:20:33.221" v="287" actId="1037"/>
          <ac:grpSpMkLst>
            <pc:docMk/>
            <pc:sldMk cId="4292117653" sldId="257"/>
            <ac:grpSpMk id="20" creationId="{937FCB11-E609-E47E-9F27-F96760750903}"/>
          </ac:grpSpMkLst>
        </pc:grpChg>
        <pc:grpChg chg="mod">
          <ac:chgData name="Ryan Mok" userId="2b5ff9b4bc27d924" providerId="LiveId" clId="{98BDB49B-93C9-4AB7-A5FC-395AE49E91C6}" dt="2026-08-21T16:20:35.191" v="289" actId="1037"/>
          <ac:grpSpMkLst>
            <pc:docMk/>
            <pc:sldMk cId="4292117653" sldId="257"/>
            <ac:grpSpMk id="32" creationId="{67CA0752-ADD4-5277-8E91-3016C2C84D16}"/>
          </ac:grpSpMkLst>
        </pc:grpChg>
        <pc:picChg chg="mod ord">
          <ac:chgData name="Ryan Mok" userId="2b5ff9b4bc27d924" providerId="LiveId" clId="{98BDB49B-93C9-4AB7-A5FC-395AE49E91C6}" dt="2026-08-21T16:48:20.756" v="716" actId="166"/>
          <ac:picMkLst>
            <pc:docMk/>
            <pc:sldMk cId="4292117653" sldId="257"/>
            <ac:picMk id="75" creationId="{C8D1724F-F8E6-79FA-EC8C-FF11E4BDB4B8}"/>
          </ac:picMkLst>
        </pc:picChg>
        <pc:picChg chg="mod ord">
          <ac:chgData name="Ryan Mok" userId="2b5ff9b4bc27d924" providerId="LiveId" clId="{98BDB49B-93C9-4AB7-A5FC-395AE49E91C6}" dt="2026-08-21T16:51:11.801" v="791" actId="166"/>
          <ac:picMkLst>
            <pc:docMk/>
            <pc:sldMk cId="4292117653" sldId="257"/>
            <ac:picMk id="78" creationId="{86C7E0D5-9A8C-4FA7-7F76-DA00A4F5964B}"/>
          </ac:picMkLst>
        </pc:picChg>
        <pc:picChg chg="mod ord">
          <ac:chgData name="Ryan Mok" userId="2b5ff9b4bc27d924" providerId="LiveId" clId="{98BDB49B-93C9-4AB7-A5FC-395AE49E91C6}" dt="2026-08-21T16:51:11.801" v="791" actId="166"/>
          <ac:picMkLst>
            <pc:docMk/>
            <pc:sldMk cId="4292117653" sldId="257"/>
            <ac:picMk id="80" creationId="{1A58176D-B4CE-E4D0-987D-BD931E897570}"/>
          </ac:picMkLst>
        </pc:picChg>
        <pc:picChg chg="mod ord">
          <ac:chgData name="Ryan Mok" userId="2b5ff9b4bc27d924" providerId="LiveId" clId="{98BDB49B-93C9-4AB7-A5FC-395AE49E91C6}" dt="2026-08-21T16:48:20.756" v="716" actId="166"/>
          <ac:picMkLst>
            <pc:docMk/>
            <pc:sldMk cId="4292117653" sldId="257"/>
            <ac:picMk id="88" creationId="{7E987998-F2C7-3DC0-B85C-680D2C5958BC}"/>
          </ac:picMkLst>
        </pc:picChg>
        <pc:cxnChg chg="add del">
          <ac:chgData name="Ryan Mok" userId="2b5ff9b4bc27d924" providerId="LiveId" clId="{98BDB49B-93C9-4AB7-A5FC-395AE49E91C6}" dt="2026-08-21T15:51:50.588" v="92" actId="11529"/>
          <ac:cxnSpMkLst>
            <pc:docMk/>
            <pc:sldMk cId="4292117653" sldId="257"/>
            <ac:cxnSpMk id="11" creationId="{5EFE3635-F0C7-ED61-54A9-65860B9C9B74}"/>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0 Portrait Poster - 2 column guides">
    <p:spTree>
      <p:nvGrpSpPr>
        <p:cNvPr id="1" name=""/>
        <p:cNvGrpSpPr/>
        <p:nvPr/>
      </p:nvGrpSpPr>
      <p:grpSpPr>
        <a:xfrm>
          <a:off x="0" y="0"/>
          <a:ext cx="0" cy="0"/>
          <a:chOff x="0" y="0"/>
          <a:chExt cx="0" cy="0"/>
        </a:xfrm>
      </p:grpSpPr>
      <p:sp>
        <p:nvSpPr>
          <p:cNvPr id="3" name="Title 2" descr="Poster title"/>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5" name="Text Placeholder 4" descr="Authors"/>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27" name="Text Placeholder 26"/>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29" name="Text Placeholder 28"/>
          <p:cNvSpPr>
            <a:spLocks noGrp="1"/>
          </p:cNvSpPr>
          <p:nvPr>
            <p:ph type="body" sz="quarter" idx="21"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8" name="Text Placeholder 4" descr="Authors">
            <a:extLst>
              <a:ext uri="{FF2B5EF4-FFF2-40B4-BE49-F238E27FC236}">
                <a16:creationId xmlns:a16="http://schemas.microsoft.com/office/drawing/2014/main" id="{154E7EC7-9A76-F946-71DE-4EF5B46C0BD2}"/>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Tree>
    <p:extLst>
      <p:ext uri="{BB962C8B-B14F-4D97-AF65-F5344CB8AC3E}">
        <p14:creationId xmlns:p14="http://schemas.microsoft.com/office/powerpoint/2010/main" val="136465577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0 Portrait Poster - 2 columns">
    <p:spTree>
      <p:nvGrpSpPr>
        <p:cNvPr id="1" name=""/>
        <p:cNvGrpSpPr/>
        <p:nvPr/>
      </p:nvGrpSpPr>
      <p:grpSpPr>
        <a:xfrm>
          <a:off x="0" y="0"/>
          <a:ext cx="0" cy="0"/>
          <a:chOff x="0" y="0"/>
          <a:chExt cx="0" cy="0"/>
        </a:xfrm>
      </p:grpSpPr>
      <p:sp>
        <p:nvSpPr>
          <p:cNvPr id="8" name="Content Placeholder 7"/>
          <p:cNvSpPr>
            <a:spLocks noGrp="1"/>
          </p:cNvSpPr>
          <p:nvPr>
            <p:ph sz="quarter" idx="10" hasCustomPrompt="1"/>
          </p:nvPr>
        </p:nvSpPr>
        <p:spPr>
          <a:xfrm>
            <a:off x="1455737" y="7239334"/>
            <a:ext cx="13479474" cy="31948104"/>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cs typeface="Arial" panose="020B0604020202020204" pitchFamily="34" charset="0"/>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0" name="Content Placeholder 9"/>
          <p:cNvSpPr>
            <a:spLocks noGrp="1"/>
          </p:cNvSpPr>
          <p:nvPr>
            <p:ph sz="quarter" idx="11" hasCustomPrompt="1"/>
          </p:nvPr>
        </p:nvSpPr>
        <p:spPr>
          <a:xfrm>
            <a:off x="15353607" y="7216775"/>
            <a:ext cx="13479474" cy="31948104"/>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 name="Title 2" descr="Poster title">
            <a:extLst>
              <a:ext uri="{FF2B5EF4-FFF2-40B4-BE49-F238E27FC236}">
                <a16:creationId xmlns:a16="http://schemas.microsoft.com/office/drawing/2014/main" id="{4FA6A097-DDBE-2AF5-5B5B-5629CB1B301D}"/>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5" name="Text Placeholder 4" descr="Authors">
            <a:extLst>
              <a:ext uri="{FF2B5EF4-FFF2-40B4-BE49-F238E27FC236}">
                <a16:creationId xmlns:a16="http://schemas.microsoft.com/office/drawing/2014/main" id="{8505EF9F-015F-4FBC-1EFE-1733AAFF6A1F}"/>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7" name="Text Placeholder 26">
            <a:extLst>
              <a:ext uri="{FF2B5EF4-FFF2-40B4-BE49-F238E27FC236}">
                <a16:creationId xmlns:a16="http://schemas.microsoft.com/office/drawing/2014/main" id="{1155E0EB-7A13-4FEF-E8F5-652A445AD3DC}"/>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9" name="Text Placeholder 28">
            <a:extLst>
              <a:ext uri="{FF2B5EF4-FFF2-40B4-BE49-F238E27FC236}">
                <a16:creationId xmlns:a16="http://schemas.microsoft.com/office/drawing/2014/main" id="{93979406-CC48-81D1-58AA-29196C52AF4A}"/>
              </a:ext>
            </a:extLst>
          </p:cNvPr>
          <p:cNvSpPr>
            <a:spLocks noGrp="1"/>
          </p:cNvSpPr>
          <p:nvPr>
            <p:ph type="body" sz="quarter" idx="21"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13" name="Text Placeholder 4" descr="Authors">
            <a:extLst>
              <a:ext uri="{FF2B5EF4-FFF2-40B4-BE49-F238E27FC236}">
                <a16:creationId xmlns:a16="http://schemas.microsoft.com/office/drawing/2014/main" id="{82EA763C-6189-152D-88E5-85E7FC3EC667}"/>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Tree>
    <p:extLst>
      <p:ext uri="{BB962C8B-B14F-4D97-AF65-F5344CB8AC3E}">
        <p14:creationId xmlns:p14="http://schemas.microsoft.com/office/powerpoint/2010/main" val="210763938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0 Portrait Poster - 2 columns with 4 boxes">
    <p:spTree>
      <p:nvGrpSpPr>
        <p:cNvPr id="1" name=""/>
        <p:cNvGrpSpPr/>
        <p:nvPr/>
      </p:nvGrpSpPr>
      <p:grpSpPr>
        <a:xfrm>
          <a:off x="0" y="0"/>
          <a:ext cx="0" cy="0"/>
          <a:chOff x="0" y="0"/>
          <a:chExt cx="0" cy="0"/>
        </a:xfrm>
      </p:grpSpPr>
      <p:sp>
        <p:nvSpPr>
          <p:cNvPr id="14" name="Content Placeholder 13"/>
          <p:cNvSpPr>
            <a:spLocks noGrp="1"/>
          </p:cNvSpPr>
          <p:nvPr>
            <p:ph sz="quarter" idx="10" hasCustomPrompt="1"/>
          </p:nvPr>
        </p:nvSpPr>
        <p:spPr>
          <a:xfrm>
            <a:off x="1420813" y="7203621"/>
            <a:ext cx="13500793" cy="15784511"/>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9" name="Rectangle 8"/>
          <p:cNvSpPr/>
          <p:nvPr userDrawn="1"/>
        </p:nvSpPr>
        <p:spPr>
          <a:xfrm>
            <a:off x="1077913" y="23527883"/>
            <a:ext cx="13700125" cy="16199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Content Placeholder 17"/>
          <p:cNvSpPr>
            <a:spLocks noGrp="1"/>
          </p:cNvSpPr>
          <p:nvPr>
            <p:ph sz="quarter" idx="12" hasCustomPrompt="1"/>
          </p:nvPr>
        </p:nvSpPr>
        <p:spPr>
          <a:xfrm>
            <a:off x="1420813" y="23490238"/>
            <a:ext cx="13500793" cy="15696017"/>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6" name="Content Placeholder 15"/>
          <p:cNvSpPr>
            <a:spLocks noGrp="1"/>
          </p:cNvSpPr>
          <p:nvPr>
            <p:ph sz="quarter" idx="11" hasCustomPrompt="1"/>
          </p:nvPr>
        </p:nvSpPr>
        <p:spPr>
          <a:xfrm>
            <a:off x="15353606" y="7203621"/>
            <a:ext cx="13465870" cy="15784511"/>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0" name="Content Placeholder 19"/>
          <p:cNvSpPr>
            <a:spLocks noGrp="1"/>
          </p:cNvSpPr>
          <p:nvPr>
            <p:ph sz="quarter" idx="13" hasCustomPrompt="1"/>
          </p:nvPr>
        </p:nvSpPr>
        <p:spPr>
          <a:xfrm>
            <a:off x="15353607" y="23528338"/>
            <a:ext cx="13465870" cy="15659100"/>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 name="Title 2" descr="Poster title">
            <a:extLst>
              <a:ext uri="{FF2B5EF4-FFF2-40B4-BE49-F238E27FC236}">
                <a16:creationId xmlns:a16="http://schemas.microsoft.com/office/drawing/2014/main" id="{E0DEBEED-B7FC-7CCB-88DD-7FD695657FD7}"/>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5" name="Text Placeholder 4" descr="Authors">
            <a:extLst>
              <a:ext uri="{FF2B5EF4-FFF2-40B4-BE49-F238E27FC236}">
                <a16:creationId xmlns:a16="http://schemas.microsoft.com/office/drawing/2014/main" id="{A05C91B6-FEE5-1DAF-C0FE-A19148EA0D37}"/>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10" name="Text Placeholder 26">
            <a:extLst>
              <a:ext uri="{FF2B5EF4-FFF2-40B4-BE49-F238E27FC236}">
                <a16:creationId xmlns:a16="http://schemas.microsoft.com/office/drawing/2014/main" id="{55F468B1-A233-3CE8-D579-54743A9E40D1}"/>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11" name="Text Placeholder 28">
            <a:extLst>
              <a:ext uri="{FF2B5EF4-FFF2-40B4-BE49-F238E27FC236}">
                <a16:creationId xmlns:a16="http://schemas.microsoft.com/office/drawing/2014/main" id="{705EDB20-38F3-7D8B-1BB4-8C0BABA9958F}"/>
              </a:ext>
            </a:extLst>
          </p:cNvPr>
          <p:cNvSpPr>
            <a:spLocks noGrp="1"/>
          </p:cNvSpPr>
          <p:nvPr>
            <p:ph type="body" sz="quarter" idx="21"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13" name="Text Placeholder 4" descr="Authors">
            <a:extLst>
              <a:ext uri="{FF2B5EF4-FFF2-40B4-BE49-F238E27FC236}">
                <a16:creationId xmlns:a16="http://schemas.microsoft.com/office/drawing/2014/main" id="{AA3FD80D-5148-AF54-086C-1B6DAF6826D7}"/>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Tree>
    <p:extLst>
      <p:ext uri="{BB962C8B-B14F-4D97-AF65-F5344CB8AC3E}">
        <p14:creationId xmlns:p14="http://schemas.microsoft.com/office/powerpoint/2010/main" val="2011034638"/>
      </p:ext>
    </p:extLst>
  </p:cSld>
  <p:clrMapOvr>
    <a:masterClrMapping/>
  </p:clrMapOvr>
  <p:extLst>
    <p:ext uri="{DCECCB84-F9BA-43D5-87BE-67443E8EF086}">
      <p15:sldGuideLst xmlns:p15="http://schemas.microsoft.com/office/powerpoint/2012/main">
        <p15:guide id="4" orient="horz" pos="13481" userDrawn="1">
          <p15:clr>
            <a:srgbClr val="000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0 Portrait Poster - 2 columns with 4 boxes">
    <p:spTree>
      <p:nvGrpSpPr>
        <p:cNvPr id="1" name=""/>
        <p:cNvGrpSpPr/>
        <p:nvPr/>
      </p:nvGrpSpPr>
      <p:grpSpPr>
        <a:xfrm>
          <a:off x="0" y="0"/>
          <a:ext cx="0" cy="0"/>
          <a:chOff x="0" y="0"/>
          <a:chExt cx="0" cy="0"/>
        </a:xfrm>
      </p:grpSpPr>
      <p:sp>
        <p:nvSpPr>
          <p:cNvPr id="14" name="Content Placeholder 13"/>
          <p:cNvSpPr>
            <a:spLocks noGrp="1"/>
          </p:cNvSpPr>
          <p:nvPr>
            <p:ph sz="quarter" idx="10" hasCustomPrompt="1"/>
          </p:nvPr>
        </p:nvSpPr>
        <p:spPr>
          <a:xfrm>
            <a:off x="1420812" y="7216775"/>
            <a:ext cx="13500793" cy="10440890"/>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9" name="Rectangle 8"/>
          <p:cNvSpPr/>
          <p:nvPr userDrawn="1"/>
        </p:nvSpPr>
        <p:spPr>
          <a:xfrm>
            <a:off x="1077913" y="23527883"/>
            <a:ext cx="13700125" cy="16199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15"/>
          <p:cNvSpPr>
            <a:spLocks noGrp="1"/>
          </p:cNvSpPr>
          <p:nvPr>
            <p:ph sz="quarter" idx="11" hasCustomPrompt="1"/>
          </p:nvPr>
        </p:nvSpPr>
        <p:spPr>
          <a:xfrm>
            <a:off x="15353605" y="7216775"/>
            <a:ext cx="13465870" cy="10440890"/>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 name="Title 2" descr="Poster title">
            <a:extLst>
              <a:ext uri="{FF2B5EF4-FFF2-40B4-BE49-F238E27FC236}">
                <a16:creationId xmlns:a16="http://schemas.microsoft.com/office/drawing/2014/main" id="{E0DEBEED-B7FC-7CCB-88DD-7FD695657FD7}"/>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5" name="Text Placeholder 4" descr="Authors">
            <a:extLst>
              <a:ext uri="{FF2B5EF4-FFF2-40B4-BE49-F238E27FC236}">
                <a16:creationId xmlns:a16="http://schemas.microsoft.com/office/drawing/2014/main" id="{A05C91B6-FEE5-1DAF-C0FE-A19148EA0D37}"/>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10" name="Text Placeholder 26">
            <a:extLst>
              <a:ext uri="{FF2B5EF4-FFF2-40B4-BE49-F238E27FC236}">
                <a16:creationId xmlns:a16="http://schemas.microsoft.com/office/drawing/2014/main" id="{55F468B1-A233-3CE8-D579-54743A9E40D1}"/>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11" name="Text Placeholder 28">
            <a:extLst>
              <a:ext uri="{FF2B5EF4-FFF2-40B4-BE49-F238E27FC236}">
                <a16:creationId xmlns:a16="http://schemas.microsoft.com/office/drawing/2014/main" id="{705EDB20-38F3-7D8B-1BB4-8C0BABA9958F}"/>
              </a:ext>
            </a:extLst>
          </p:cNvPr>
          <p:cNvSpPr>
            <a:spLocks noGrp="1"/>
          </p:cNvSpPr>
          <p:nvPr>
            <p:ph type="body" sz="quarter" idx="21"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13" name="Text Placeholder 4" descr="Authors">
            <a:extLst>
              <a:ext uri="{FF2B5EF4-FFF2-40B4-BE49-F238E27FC236}">
                <a16:creationId xmlns:a16="http://schemas.microsoft.com/office/drawing/2014/main" id="{AA3FD80D-5148-AF54-086C-1B6DAF6826D7}"/>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
        <p:nvSpPr>
          <p:cNvPr id="2" name="Content Placeholder 13">
            <a:extLst>
              <a:ext uri="{FF2B5EF4-FFF2-40B4-BE49-F238E27FC236}">
                <a16:creationId xmlns:a16="http://schemas.microsoft.com/office/drawing/2014/main" id="{F7624CA2-0CFD-3859-0EF6-25B18AECB645}"/>
              </a:ext>
            </a:extLst>
          </p:cNvPr>
          <p:cNvSpPr>
            <a:spLocks noGrp="1"/>
          </p:cNvSpPr>
          <p:nvPr>
            <p:ph sz="quarter" idx="23" hasCustomPrompt="1"/>
          </p:nvPr>
        </p:nvSpPr>
        <p:spPr>
          <a:xfrm>
            <a:off x="1420812" y="18089664"/>
            <a:ext cx="13500794" cy="10224886"/>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4" name="Content Placeholder 15">
            <a:extLst>
              <a:ext uri="{FF2B5EF4-FFF2-40B4-BE49-F238E27FC236}">
                <a16:creationId xmlns:a16="http://schemas.microsoft.com/office/drawing/2014/main" id="{CDA76046-E38A-BFED-5A32-732AE8667756}"/>
              </a:ext>
            </a:extLst>
          </p:cNvPr>
          <p:cNvSpPr>
            <a:spLocks noGrp="1"/>
          </p:cNvSpPr>
          <p:nvPr>
            <p:ph sz="quarter" idx="24" hasCustomPrompt="1"/>
          </p:nvPr>
        </p:nvSpPr>
        <p:spPr>
          <a:xfrm>
            <a:off x="15353605" y="18089664"/>
            <a:ext cx="13465871" cy="10224886"/>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6" name="Content Placeholder 13">
            <a:extLst>
              <a:ext uri="{FF2B5EF4-FFF2-40B4-BE49-F238E27FC236}">
                <a16:creationId xmlns:a16="http://schemas.microsoft.com/office/drawing/2014/main" id="{0C197D1F-2355-4A64-D984-A961030A19CE}"/>
              </a:ext>
            </a:extLst>
          </p:cNvPr>
          <p:cNvSpPr>
            <a:spLocks noGrp="1"/>
          </p:cNvSpPr>
          <p:nvPr>
            <p:ph sz="quarter" idx="25" hasCustomPrompt="1"/>
          </p:nvPr>
        </p:nvSpPr>
        <p:spPr>
          <a:xfrm>
            <a:off x="1420813" y="28746548"/>
            <a:ext cx="13500793" cy="10412316"/>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7" name="Content Placeholder 15">
            <a:extLst>
              <a:ext uri="{FF2B5EF4-FFF2-40B4-BE49-F238E27FC236}">
                <a16:creationId xmlns:a16="http://schemas.microsoft.com/office/drawing/2014/main" id="{722E303E-E26D-7C5D-87E4-C6170EB30E9D}"/>
              </a:ext>
            </a:extLst>
          </p:cNvPr>
          <p:cNvSpPr>
            <a:spLocks noGrp="1"/>
          </p:cNvSpPr>
          <p:nvPr>
            <p:ph sz="quarter" idx="26" hasCustomPrompt="1"/>
          </p:nvPr>
        </p:nvSpPr>
        <p:spPr>
          <a:xfrm>
            <a:off x="15353606" y="28746548"/>
            <a:ext cx="13465870" cy="10412315"/>
          </a:xfrm>
          <a:prstGeom prst="rect">
            <a:avLst/>
          </a:prstGeom>
          <a:solidFill>
            <a:schemeClr val="accent3"/>
          </a:solidFill>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Tree>
    <p:extLst>
      <p:ext uri="{BB962C8B-B14F-4D97-AF65-F5344CB8AC3E}">
        <p14:creationId xmlns:p14="http://schemas.microsoft.com/office/powerpoint/2010/main" val="232196714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0 Portrait Poster - section header">
    <p:spTree>
      <p:nvGrpSpPr>
        <p:cNvPr id="1" name=""/>
        <p:cNvGrpSpPr/>
        <p:nvPr/>
      </p:nvGrpSpPr>
      <p:grpSpPr>
        <a:xfrm>
          <a:off x="0" y="0"/>
          <a:ext cx="0" cy="0"/>
          <a:chOff x="0" y="0"/>
          <a:chExt cx="0" cy="0"/>
        </a:xfrm>
      </p:grpSpPr>
      <p:sp>
        <p:nvSpPr>
          <p:cNvPr id="3" name="Content Placeholder 2"/>
          <p:cNvSpPr>
            <a:spLocks noGrp="1"/>
          </p:cNvSpPr>
          <p:nvPr>
            <p:ph sz="quarter" idx="25" hasCustomPrompt="1"/>
          </p:nvPr>
        </p:nvSpPr>
        <p:spPr>
          <a:xfrm>
            <a:off x="1470027" y="7216776"/>
            <a:ext cx="27375802" cy="5327650"/>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
        <p:nvSpPr>
          <p:cNvPr id="10" name="Content Placeholder 9"/>
          <p:cNvSpPr>
            <a:spLocks noGrp="1"/>
          </p:cNvSpPr>
          <p:nvPr>
            <p:ph sz="quarter" idx="11" hasCustomPrompt="1"/>
          </p:nvPr>
        </p:nvSpPr>
        <p:spPr>
          <a:xfrm>
            <a:off x="1420812" y="12974354"/>
            <a:ext cx="13516215" cy="10191468"/>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Content Placeholder 11"/>
          <p:cNvSpPr>
            <a:spLocks noGrp="1"/>
          </p:cNvSpPr>
          <p:nvPr>
            <p:ph sz="quarter" idx="12" hasCustomPrompt="1"/>
          </p:nvPr>
        </p:nvSpPr>
        <p:spPr>
          <a:xfrm>
            <a:off x="15369028" y="12974354"/>
            <a:ext cx="13476801" cy="10191468"/>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4" name="Rectangle 23"/>
          <p:cNvSpPr/>
          <p:nvPr userDrawn="1"/>
        </p:nvSpPr>
        <p:spPr>
          <a:xfrm>
            <a:off x="1077687" y="36542663"/>
            <a:ext cx="28150683" cy="3184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ontent Placeholder 5"/>
          <p:cNvSpPr>
            <a:spLocks noGrp="1"/>
          </p:cNvSpPr>
          <p:nvPr>
            <p:ph sz="quarter" idx="26" hasCustomPrompt="1"/>
          </p:nvPr>
        </p:nvSpPr>
        <p:spPr>
          <a:xfrm>
            <a:off x="1420813" y="34301315"/>
            <a:ext cx="27425016" cy="4886124"/>
          </a:xfrm>
          <a:prstGeom prst="rect">
            <a:avLst/>
          </a:prstGeom>
          <a:solidFill>
            <a:schemeClr val="accent3"/>
          </a:solidFill>
        </p:spPr>
        <p:txBody>
          <a:bodyPr/>
          <a:lstStyle>
            <a:lvl1pPr marL="0" indent="0">
              <a:buNone/>
              <a:defRPr sz="3600" baseline="0">
                <a:latin typeface="UCL Sans" pitchFamily="2" charset="77"/>
              </a:defRPr>
            </a:lvl1pPr>
          </a:lstStyle>
          <a:p>
            <a:pPr lvl="0"/>
            <a:r>
              <a:rPr lang="en-GB" dirty="0"/>
              <a:t>Click here to add text or choose graphic icon below</a:t>
            </a:r>
          </a:p>
        </p:txBody>
      </p:sp>
      <p:sp>
        <p:nvSpPr>
          <p:cNvPr id="2" name="Text Placeholder 26">
            <a:extLst>
              <a:ext uri="{FF2B5EF4-FFF2-40B4-BE49-F238E27FC236}">
                <a16:creationId xmlns:a16="http://schemas.microsoft.com/office/drawing/2014/main" id="{D5E6EE44-CE51-C719-7798-B0F0C2DBF3B8}"/>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4" name="Text Placeholder 28">
            <a:extLst>
              <a:ext uri="{FF2B5EF4-FFF2-40B4-BE49-F238E27FC236}">
                <a16:creationId xmlns:a16="http://schemas.microsoft.com/office/drawing/2014/main" id="{4DEA122C-2889-0B78-1AEE-A164A48BC3CE}"/>
              </a:ext>
            </a:extLst>
          </p:cNvPr>
          <p:cNvSpPr>
            <a:spLocks noGrp="1"/>
          </p:cNvSpPr>
          <p:nvPr>
            <p:ph type="body" sz="quarter" idx="27"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8" name="Title 2" descr="Poster title">
            <a:extLst>
              <a:ext uri="{FF2B5EF4-FFF2-40B4-BE49-F238E27FC236}">
                <a16:creationId xmlns:a16="http://schemas.microsoft.com/office/drawing/2014/main" id="{F9C5B087-1DAC-C277-E91E-45DAD015DBE2}"/>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11" name="Text Placeholder 4" descr="Authors">
            <a:extLst>
              <a:ext uri="{FF2B5EF4-FFF2-40B4-BE49-F238E27FC236}">
                <a16:creationId xmlns:a16="http://schemas.microsoft.com/office/drawing/2014/main" id="{4814BA38-741F-C808-195D-8958DB2EE23B}"/>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15" name="Text Placeholder 4" descr="Authors">
            <a:extLst>
              <a:ext uri="{FF2B5EF4-FFF2-40B4-BE49-F238E27FC236}">
                <a16:creationId xmlns:a16="http://schemas.microsoft.com/office/drawing/2014/main" id="{ACEA3A68-C8CE-D4F4-E47D-C7096F9CFEB1}"/>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
        <p:nvSpPr>
          <p:cNvPr id="18" name="Content Placeholder 9">
            <a:extLst>
              <a:ext uri="{FF2B5EF4-FFF2-40B4-BE49-F238E27FC236}">
                <a16:creationId xmlns:a16="http://schemas.microsoft.com/office/drawing/2014/main" id="{41025746-4EA6-7F29-3174-B630C4D2E0DB}"/>
              </a:ext>
            </a:extLst>
          </p:cNvPr>
          <p:cNvSpPr>
            <a:spLocks noGrp="1"/>
          </p:cNvSpPr>
          <p:nvPr>
            <p:ph sz="quarter" idx="28" hasCustomPrompt="1"/>
          </p:nvPr>
        </p:nvSpPr>
        <p:spPr>
          <a:xfrm>
            <a:off x="1420813" y="23651698"/>
            <a:ext cx="13516214" cy="10217616"/>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5" name="Content Placeholder 11">
            <a:extLst>
              <a:ext uri="{FF2B5EF4-FFF2-40B4-BE49-F238E27FC236}">
                <a16:creationId xmlns:a16="http://schemas.microsoft.com/office/drawing/2014/main" id="{A909D877-03EB-FFAC-2322-4EA0B1C96331}"/>
              </a:ext>
            </a:extLst>
          </p:cNvPr>
          <p:cNvSpPr>
            <a:spLocks noGrp="1"/>
          </p:cNvSpPr>
          <p:nvPr>
            <p:ph sz="quarter" idx="29" hasCustomPrompt="1"/>
          </p:nvPr>
        </p:nvSpPr>
        <p:spPr>
          <a:xfrm>
            <a:off x="15369028" y="23651698"/>
            <a:ext cx="13476801" cy="10217616"/>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Tree>
    <p:extLst>
      <p:ext uri="{BB962C8B-B14F-4D97-AF65-F5344CB8AC3E}">
        <p14:creationId xmlns:p14="http://schemas.microsoft.com/office/powerpoint/2010/main" val="60833436"/>
      </p:ext>
    </p:extLst>
  </p:cSld>
  <p:clrMapOvr>
    <a:masterClrMapping/>
  </p:clrMapOvr>
  <p:extLst>
    <p:ext uri="{DCECCB84-F9BA-43D5-87BE-67443E8EF086}">
      <p15:sldGuideLst xmlns:p15="http://schemas.microsoft.com/office/powerpoint/2012/main">
        <p15:guide id="1" pos="9535" userDrawn="1">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0 Portrait Poster - 5 boxes">
    <p:spTree>
      <p:nvGrpSpPr>
        <p:cNvPr id="1" name=""/>
        <p:cNvGrpSpPr/>
        <p:nvPr/>
      </p:nvGrpSpPr>
      <p:grpSpPr>
        <a:xfrm>
          <a:off x="0" y="0"/>
          <a:ext cx="0" cy="0"/>
          <a:chOff x="0" y="0"/>
          <a:chExt cx="0" cy="0"/>
        </a:xfrm>
      </p:grpSpPr>
      <p:sp>
        <p:nvSpPr>
          <p:cNvPr id="14" name="Content Placeholder 13"/>
          <p:cNvSpPr>
            <a:spLocks noGrp="1"/>
          </p:cNvSpPr>
          <p:nvPr>
            <p:ph sz="quarter" idx="12" hasCustomPrompt="1"/>
          </p:nvPr>
        </p:nvSpPr>
        <p:spPr>
          <a:xfrm>
            <a:off x="1470027" y="23631239"/>
            <a:ext cx="13429894" cy="15556199"/>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6" name="Content Placeholder 15"/>
          <p:cNvSpPr>
            <a:spLocks noGrp="1"/>
          </p:cNvSpPr>
          <p:nvPr>
            <p:ph sz="quarter" idx="13" hasCustomPrompt="1"/>
          </p:nvPr>
        </p:nvSpPr>
        <p:spPr>
          <a:xfrm>
            <a:off x="15375292" y="12974352"/>
            <a:ext cx="13444183" cy="20453435"/>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3" name="Rectangle 22"/>
          <p:cNvSpPr/>
          <p:nvPr userDrawn="1"/>
        </p:nvSpPr>
        <p:spPr>
          <a:xfrm>
            <a:off x="15523081" y="36542663"/>
            <a:ext cx="13672632" cy="31845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ontent Placeholder 5"/>
          <p:cNvSpPr>
            <a:spLocks noGrp="1"/>
          </p:cNvSpPr>
          <p:nvPr>
            <p:ph sz="quarter" idx="26" hasCustomPrompt="1"/>
          </p:nvPr>
        </p:nvSpPr>
        <p:spPr>
          <a:xfrm>
            <a:off x="15375291" y="33859788"/>
            <a:ext cx="13470537" cy="5327650"/>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
        <p:nvSpPr>
          <p:cNvPr id="4" name="Title 2" descr="Poster title">
            <a:extLst>
              <a:ext uri="{FF2B5EF4-FFF2-40B4-BE49-F238E27FC236}">
                <a16:creationId xmlns:a16="http://schemas.microsoft.com/office/drawing/2014/main" id="{B7D5BA3D-A94D-0102-50E1-F0AB52C98A22}"/>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9" name="Text Placeholder 4" descr="Authors">
            <a:extLst>
              <a:ext uri="{FF2B5EF4-FFF2-40B4-BE49-F238E27FC236}">
                <a16:creationId xmlns:a16="http://schemas.microsoft.com/office/drawing/2014/main" id="{B72A50B0-B5BA-41FC-E71F-9FA7CD6DFD9E}"/>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10" name="Text Placeholder 4" descr="Authors">
            <a:extLst>
              <a:ext uri="{FF2B5EF4-FFF2-40B4-BE49-F238E27FC236}">
                <a16:creationId xmlns:a16="http://schemas.microsoft.com/office/drawing/2014/main" id="{F46170CE-7B5F-1588-B61A-79EDF8D6608B}"/>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
        <p:nvSpPr>
          <p:cNvPr id="13" name="Content Placeholder 2">
            <a:extLst>
              <a:ext uri="{FF2B5EF4-FFF2-40B4-BE49-F238E27FC236}">
                <a16:creationId xmlns:a16="http://schemas.microsoft.com/office/drawing/2014/main" id="{1E66E01E-9029-36D5-B32A-05273F37B989}"/>
              </a:ext>
            </a:extLst>
          </p:cNvPr>
          <p:cNvSpPr>
            <a:spLocks noGrp="1"/>
          </p:cNvSpPr>
          <p:nvPr>
            <p:ph sz="quarter" idx="25" hasCustomPrompt="1"/>
          </p:nvPr>
        </p:nvSpPr>
        <p:spPr>
          <a:xfrm>
            <a:off x="1470027" y="7216776"/>
            <a:ext cx="27375802" cy="5327650"/>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
        <p:nvSpPr>
          <p:cNvPr id="15" name="Content Placeholder 9">
            <a:extLst>
              <a:ext uri="{FF2B5EF4-FFF2-40B4-BE49-F238E27FC236}">
                <a16:creationId xmlns:a16="http://schemas.microsoft.com/office/drawing/2014/main" id="{9EEE3B57-25C2-0653-1C7A-F16E0EFF5A07}"/>
              </a:ext>
            </a:extLst>
          </p:cNvPr>
          <p:cNvSpPr>
            <a:spLocks noGrp="1"/>
          </p:cNvSpPr>
          <p:nvPr>
            <p:ph sz="quarter" idx="11" hasCustomPrompt="1"/>
          </p:nvPr>
        </p:nvSpPr>
        <p:spPr>
          <a:xfrm>
            <a:off x="1420812" y="12974353"/>
            <a:ext cx="13506379" cy="10226959"/>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7" name="Text Placeholder 26">
            <a:extLst>
              <a:ext uri="{FF2B5EF4-FFF2-40B4-BE49-F238E27FC236}">
                <a16:creationId xmlns:a16="http://schemas.microsoft.com/office/drawing/2014/main" id="{4E723C17-082F-7BDB-1C32-5F26FD0CCD41}"/>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18" name="Text Placeholder 28">
            <a:extLst>
              <a:ext uri="{FF2B5EF4-FFF2-40B4-BE49-F238E27FC236}">
                <a16:creationId xmlns:a16="http://schemas.microsoft.com/office/drawing/2014/main" id="{578D0461-F488-EC1B-8586-EDA788CEE73A}"/>
              </a:ext>
            </a:extLst>
          </p:cNvPr>
          <p:cNvSpPr>
            <a:spLocks noGrp="1"/>
          </p:cNvSpPr>
          <p:nvPr>
            <p:ph type="body" sz="quarter" idx="27"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Tree>
    <p:extLst>
      <p:ext uri="{BB962C8B-B14F-4D97-AF65-F5344CB8AC3E}">
        <p14:creationId xmlns:p14="http://schemas.microsoft.com/office/powerpoint/2010/main" val="221447392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0 Portrait Poster - 6 boxes">
    <p:spTree>
      <p:nvGrpSpPr>
        <p:cNvPr id="1" name=""/>
        <p:cNvGrpSpPr/>
        <p:nvPr/>
      </p:nvGrpSpPr>
      <p:grpSpPr>
        <a:xfrm>
          <a:off x="0" y="0"/>
          <a:ext cx="0" cy="0"/>
          <a:chOff x="0" y="0"/>
          <a:chExt cx="0" cy="0"/>
        </a:xfrm>
      </p:grpSpPr>
      <p:sp>
        <p:nvSpPr>
          <p:cNvPr id="31" name="Rectangle 30"/>
          <p:cNvSpPr/>
          <p:nvPr userDrawn="1"/>
        </p:nvSpPr>
        <p:spPr>
          <a:xfrm>
            <a:off x="1077687" y="21390429"/>
            <a:ext cx="10350726" cy="10740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6">
            <a:extLst>
              <a:ext uri="{FF2B5EF4-FFF2-40B4-BE49-F238E27FC236}">
                <a16:creationId xmlns:a16="http://schemas.microsoft.com/office/drawing/2014/main" id="{8B73B478-1330-FAD5-1415-15E89AA593DA}"/>
              </a:ext>
            </a:extLst>
          </p:cNvPr>
          <p:cNvSpPr>
            <a:spLocks noGrp="1"/>
          </p:cNvSpPr>
          <p:nvPr>
            <p:ph type="body" sz="quarter" idx="22"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7" name="Text Placeholder 28">
            <a:extLst>
              <a:ext uri="{FF2B5EF4-FFF2-40B4-BE49-F238E27FC236}">
                <a16:creationId xmlns:a16="http://schemas.microsoft.com/office/drawing/2014/main" id="{5EF7E1B4-CFCF-63E4-E51F-2DD4F631135B}"/>
              </a:ext>
            </a:extLst>
          </p:cNvPr>
          <p:cNvSpPr>
            <a:spLocks noGrp="1"/>
          </p:cNvSpPr>
          <p:nvPr>
            <p:ph type="body" sz="quarter" idx="27"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9" name="Title 2" descr="Poster title">
            <a:extLst>
              <a:ext uri="{FF2B5EF4-FFF2-40B4-BE49-F238E27FC236}">
                <a16:creationId xmlns:a16="http://schemas.microsoft.com/office/drawing/2014/main" id="{AB28AEAE-4A64-91D4-455F-B312B01DDE19}"/>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11" name="Text Placeholder 4" descr="Authors">
            <a:extLst>
              <a:ext uri="{FF2B5EF4-FFF2-40B4-BE49-F238E27FC236}">
                <a16:creationId xmlns:a16="http://schemas.microsoft.com/office/drawing/2014/main" id="{06527DD8-B1AF-9992-E334-51CB0D198C85}"/>
              </a:ext>
            </a:extLst>
          </p:cNvPr>
          <p:cNvSpPr>
            <a:spLocks noGrp="1"/>
          </p:cNvSpPr>
          <p:nvPr>
            <p:ph type="body" sz="quarter" idx="28"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12" name="Text Placeholder 4" descr="Authors">
            <a:extLst>
              <a:ext uri="{FF2B5EF4-FFF2-40B4-BE49-F238E27FC236}">
                <a16:creationId xmlns:a16="http://schemas.microsoft.com/office/drawing/2014/main" id="{ACD3BEC6-C3E7-1E48-F13A-679F6213B4A7}"/>
              </a:ext>
            </a:extLst>
          </p:cNvPr>
          <p:cNvSpPr>
            <a:spLocks noGrp="1"/>
          </p:cNvSpPr>
          <p:nvPr>
            <p:ph type="body" sz="quarter" idx="29"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
        <p:nvSpPr>
          <p:cNvPr id="13" name="Content Placeholder 9">
            <a:extLst>
              <a:ext uri="{FF2B5EF4-FFF2-40B4-BE49-F238E27FC236}">
                <a16:creationId xmlns:a16="http://schemas.microsoft.com/office/drawing/2014/main" id="{961C4A6F-892D-1092-03EF-B6508FE9BC9D}"/>
              </a:ext>
            </a:extLst>
          </p:cNvPr>
          <p:cNvSpPr>
            <a:spLocks noGrp="1"/>
          </p:cNvSpPr>
          <p:nvPr>
            <p:ph sz="quarter" idx="11" hasCustomPrompt="1"/>
          </p:nvPr>
        </p:nvSpPr>
        <p:spPr>
          <a:xfrm>
            <a:off x="1420812" y="7216776"/>
            <a:ext cx="11232825" cy="10656888"/>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Content Placeholder 5">
            <a:extLst>
              <a:ext uri="{FF2B5EF4-FFF2-40B4-BE49-F238E27FC236}">
                <a16:creationId xmlns:a16="http://schemas.microsoft.com/office/drawing/2014/main" id="{E78507C4-F41B-B198-EEC4-4324DCA1ACF4}"/>
              </a:ext>
            </a:extLst>
          </p:cNvPr>
          <p:cNvSpPr>
            <a:spLocks noGrp="1"/>
          </p:cNvSpPr>
          <p:nvPr>
            <p:ph sz="quarter" idx="26" hasCustomPrompt="1"/>
          </p:nvPr>
        </p:nvSpPr>
        <p:spPr>
          <a:xfrm>
            <a:off x="15375291" y="33859788"/>
            <a:ext cx="13470537" cy="5327650"/>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
        <p:nvSpPr>
          <p:cNvPr id="17" name="Content Placeholder 5">
            <a:extLst>
              <a:ext uri="{FF2B5EF4-FFF2-40B4-BE49-F238E27FC236}">
                <a16:creationId xmlns:a16="http://schemas.microsoft.com/office/drawing/2014/main" id="{3CD27FD7-B9ED-314A-01E1-9BEDE25E576E}"/>
              </a:ext>
            </a:extLst>
          </p:cNvPr>
          <p:cNvSpPr>
            <a:spLocks noGrp="1"/>
          </p:cNvSpPr>
          <p:nvPr>
            <p:ph sz="quarter" idx="30" hasCustomPrompt="1"/>
          </p:nvPr>
        </p:nvSpPr>
        <p:spPr>
          <a:xfrm>
            <a:off x="1439835" y="33896364"/>
            <a:ext cx="13470537" cy="5327650"/>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
        <p:nvSpPr>
          <p:cNvPr id="19" name="Content Placeholder 9">
            <a:extLst>
              <a:ext uri="{FF2B5EF4-FFF2-40B4-BE49-F238E27FC236}">
                <a16:creationId xmlns:a16="http://schemas.microsoft.com/office/drawing/2014/main" id="{7A59C053-DBE7-DD7D-23EE-C75C321A5CCB}"/>
              </a:ext>
            </a:extLst>
          </p:cNvPr>
          <p:cNvSpPr>
            <a:spLocks noGrp="1"/>
          </p:cNvSpPr>
          <p:nvPr>
            <p:ph sz="quarter" idx="31" hasCustomPrompt="1"/>
          </p:nvPr>
        </p:nvSpPr>
        <p:spPr>
          <a:xfrm>
            <a:off x="1420812" y="18343828"/>
            <a:ext cx="11232825" cy="15083960"/>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2" name="Content Placeholder 15">
            <a:extLst>
              <a:ext uri="{FF2B5EF4-FFF2-40B4-BE49-F238E27FC236}">
                <a16:creationId xmlns:a16="http://schemas.microsoft.com/office/drawing/2014/main" id="{3551D67E-B00A-2DAA-0B69-E5EDDC32DF55}"/>
              </a:ext>
            </a:extLst>
          </p:cNvPr>
          <p:cNvSpPr>
            <a:spLocks noGrp="1"/>
          </p:cNvSpPr>
          <p:nvPr>
            <p:ph sz="quarter" idx="13" hasCustomPrompt="1"/>
          </p:nvPr>
        </p:nvSpPr>
        <p:spPr>
          <a:xfrm>
            <a:off x="13085864" y="7216776"/>
            <a:ext cx="15733612" cy="15984537"/>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23" name="Content Placeholder 5">
            <a:extLst>
              <a:ext uri="{FF2B5EF4-FFF2-40B4-BE49-F238E27FC236}">
                <a16:creationId xmlns:a16="http://schemas.microsoft.com/office/drawing/2014/main" id="{F365C245-4353-7571-433E-5982B9E4F214}"/>
              </a:ext>
            </a:extLst>
          </p:cNvPr>
          <p:cNvSpPr>
            <a:spLocks noGrp="1"/>
          </p:cNvSpPr>
          <p:nvPr>
            <p:ph sz="quarter" idx="32" hasCustomPrompt="1"/>
          </p:nvPr>
        </p:nvSpPr>
        <p:spPr>
          <a:xfrm>
            <a:off x="13085864" y="23696876"/>
            <a:ext cx="15759964" cy="9730911"/>
          </a:xfrm>
          <a:prstGeom prst="rect">
            <a:avLst/>
          </a:prstGeom>
          <a:solidFill>
            <a:schemeClr val="accent3"/>
          </a:solidFill>
        </p:spPr>
        <p:txBody>
          <a:bodyPr/>
          <a:lstStyle>
            <a:lvl1pPr marL="0" indent="0">
              <a:buNone/>
              <a:defRPr sz="3600" baseline="0">
                <a:solidFill>
                  <a:schemeClr val="tx2"/>
                </a:solidFill>
                <a:latin typeface="UCL Sans" pitchFamily="2" charset="77"/>
              </a:defRPr>
            </a:lvl1pPr>
          </a:lstStyle>
          <a:p>
            <a:pPr lvl="0"/>
            <a:r>
              <a:rPr lang="en-GB" dirty="0"/>
              <a:t>Click here to add text or choose graphic icon below</a:t>
            </a:r>
          </a:p>
        </p:txBody>
      </p:sp>
    </p:spTree>
    <p:extLst>
      <p:ext uri="{BB962C8B-B14F-4D97-AF65-F5344CB8AC3E}">
        <p14:creationId xmlns:p14="http://schemas.microsoft.com/office/powerpoint/2010/main" val="29778610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A0 Portrait Poster - 2 columns">
    <p:spTree>
      <p:nvGrpSpPr>
        <p:cNvPr id="1" name=""/>
        <p:cNvGrpSpPr/>
        <p:nvPr/>
      </p:nvGrpSpPr>
      <p:grpSpPr>
        <a:xfrm>
          <a:off x="0" y="0"/>
          <a:ext cx="0" cy="0"/>
          <a:chOff x="0" y="0"/>
          <a:chExt cx="0" cy="0"/>
        </a:xfrm>
      </p:grpSpPr>
      <p:sp>
        <p:nvSpPr>
          <p:cNvPr id="8" name="Content Placeholder 7"/>
          <p:cNvSpPr>
            <a:spLocks noGrp="1"/>
          </p:cNvSpPr>
          <p:nvPr>
            <p:ph sz="quarter" idx="10" hasCustomPrompt="1"/>
          </p:nvPr>
        </p:nvSpPr>
        <p:spPr>
          <a:xfrm>
            <a:off x="1455737" y="7239334"/>
            <a:ext cx="8893076" cy="31948104"/>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cs typeface="Arial" panose="020B0604020202020204" pitchFamily="34" charset="0"/>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 name="Title 2" descr="Poster title">
            <a:extLst>
              <a:ext uri="{FF2B5EF4-FFF2-40B4-BE49-F238E27FC236}">
                <a16:creationId xmlns:a16="http://schemas.microsoft.com/office/drawing/2014/main" id="{4FA6A097-DDBE-2AF5-5B5B-5629CB1B301D}"/>
              </a:ext>
            </a:extLst>
          </p:cNvPr>
          <p:cNvSpPr>
            <a:spLocks noGrp="1"/>
          </p:cNvSpPr>
          <p:nvPr>
            <p:ph type="title" hasCustomPrompt="1"/>
          </p:nvPr>
        </p:nvSpPr>
        <p:spPr>
          <a:xfrm>
            <a:off x="8296276" y="1276350"/>
            <a:ext cx="20523200" cy="2768112"/>
          </a:xfrm>
          <a:prstGeom prst="rect">
            <a:avLst/>
          </a:prstGeom>
        </p:spPr>
        <p:txBody>
          <a:bodyPr/>
          <a:lstStyle>
            <a:lvl1pPr>
              <a:defRPr sz="7200" b="1" i="0">
                <a:solidFill>
                  <a:schemeClr val="bg1"/>
                </a:solidFill>
                <a:latin typeface="UCL Sans SemiBold" pitchFamily="2" charset="77"/>
              </a:defRPr>
            </a:lvl1pPr>
          </a:lstStyle>
          <a:p>
            <a:r>
              <a:rPr lang="en-US" dirty="0"/>
              <a:t>Click to add title – UCL Sans Semibold 72 pts up to three lines</a:t>
            </a:r>
            <a:endParaRPr lang="en-GB" dirty="0"/>
          </a:p>
        </p:txBody>
      </p:sp>
      <p:sp>
        <p:nvSpPr>
          <p:cNvPr id="5" name="Text Placeholder 4" descr="Authors">
            <a:extLst>
              <a:ext uri="{FF2B5EF4-FFF2-40B4-BE49-F238E27FC236}">
                <a16:creationId xmlns:a16="http://schemas.microsoft.com/office/drawing/2014/main" id="{8505EF9F-015F-4FBC-1EFE-1733AAFF6A1F}"/>
              </a:ext>
            </a:extLst>
          </p:cNvPr>
          <p:cNvSpPr>
            <a:spLocks noGrp="1"/>
          </p:cNvSpPr>
          <p:nvPr>
            <p:ph type="body" sz="quarter" idx="17" hasCustomPrompt="1"/>
          </p:nvPr>
        </p:nvSpPr>
        <p:spPr>
          <a:xfrm>
            <a:off x="8296276" y="4584312"/>
            <a:ext cx="11198124" cy="1539810"/>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1" i="0">
                <a:solidFill>
                  <a:schemeClr val="bg1"/>
                </a:solidFill>
                <a:latin typeface="UCL Sans SemiBold"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authors – UCL Sans Semibold 36-48pts in up to three lines</a:t>
            </a:r>
          </a:p>
        </p:txBody>
      </p:sp>
      <p:sp>
        <p:nvSpPr>
          <p:cNvPr id="7" name="Text Placeholder 26">
            <a:extLst>
              <a:ext uri="{FF2B5EF4-FFF2-40B4-BE49-F238E27FC236}">
                <a16:creationId xmlns:a16="http://schemas.microsoft.com/office/drawing/2014/main" id="{1155E0EB-7A13-4FEF-E8F5-652A445AD3DC}"/>
              </a:ext>
            </a:extLst>
          </p:cNvPr>
          <p:cNvSpPr>
            <a:spLocks noGrp="1"/>
          </p:cNvSpPr>
          <p:nvPr>
            <p:ph type="body" sz="quarter" idx="20" hasCustomPrompt="1"/>
          </p:nvPr>
        </p:nvSpPr>
        <p:spPr>
          <a:xfrm>
            <a:off x="1470027" y="39727437"/>
            <a:ext cx="13308012"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contact details here</a:t>
            </a:r>
          </a:p>
        </p:txBody>
      </p:sp>
      <p:sp>
        <p:nvSpPr>
          <p:cNvPr id="9" name="Text Placeholder 28">
            <a:extLst>
              <a:ext uri="{FF2B5EF4-FFF2-40B4-BE49-F238E27FC236}">
                <a16:creationId xmlns:a16="http://schemas.microsoft.com/office/drawing/2014/main" id="{93979406-CC48-81D1-58AA-29196C52AF4A}"/>
              </a:ext>
            </a:extLst>
          </p:cNvPr>
          <p:cNvSpPr>
            <a:spLocks noGrp="1"/>
          </p:cNvSpPr>
          <p:nvPr>
            <p:ph type="body" sz="quarter" idx="21" hasCustomPrompt="1"/>
          </p:nvPr>
        </p:nvSpPr>
        <p:spPr>
          <a:xfrm>
            <a:off x="15497175" y="39727436"/>
            <a:ext cx="13322301" cy="1799976"/>
          </a:xfrm>
          <a:prstGeom prst="rect">
            <a:avLst/>
          </a:prstGeom>
        </p:spPr>
        <p:txBody>
          <a:bodyPr/>
          <a:lstStyle>
            <a:lvl1pPr marL="0" indent="0">
              <a:buNone/>
              <a:defRPr sz="2860">
                <a:solidFill>
                  <a:schemeClr val="tx2"/>
                </a:solidFill>
                <a:latin typeface="UCL Sans" pitchFamily="2" charset="77"/>
              </a:defRPr>
            </a:lvl1pPr>
          </a:lstStyle>
          <a:p>
            <a:pPr lvl="0"/>
            <a:r>
              <a:rPr lang="en-GB" dirty="0"/>
              <a:t>Add collaborator logos here</a:t>
            </a:r>
          </a:p>
        </p:txBody>
      </p:sp>
      <p:sp>
        <p:nvSpPr>
          <p:cNvPr id="13" name="Text Placeholder 4" descr="Authors">
            <a:extLst>
              <a:ext uri="{FF2B5EF4-FFF2-40B4-BE49-F238E27FC236}">
                <a16:creationId xmlns:a16="http://schemas.microsoft.com/office/drawing/2014/main" id="{82EA763C-6189-152D-88E5-85E7FC3EC667}"/>
              </a:ext>
            </a:extLst>
          </p:cNvPr>
          <p:cNvSpPr>
            <a:spLocks noGrp="1"/>
          </p:cNvSpPr>
          <p:nvPr>
            <p:ph type="body" sz="quarter" idx="22" hasCustomPrompt="1"/>
          </p:nvPr>
        </p:nvSpPr>
        <p:spPr>
          <a:xfrm>
            <a:off x="19926401" y="4584313"/>
            <a:ext cx="8893076" cy="1539809"/>
          </a:xfrm>
          <a:prstGeom prst="rect">
            <a:avLst/>
          </a:prstGeom>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b="0">
                <a:solidFill>
                  <a:schemeClr val="bg1"/>
                </a:solidFill>
                <a:latin typeface="UCL Sans" pitchFamily="2" charset="77"/>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to add affiliation – UCL Sans Regular 24-36pts</a:t>
            </a:r>
          </a:p>
        </p:txBody>
      </p:sp>
      <p:sp>
        <p:nvSpPr>
          <p:cNvPr id="2" name="Content Placeholder 7">
            <a:extLst>
              <a:ext uri="{FF2B5EF4-FFF2-40B4-BE49-F238E27FC236}">
                <a16:creationId xmlns:a16="http://schemas.microsoft.com/office/drawing/2014/main" id="{34140DE3-3BF0-0EC3-714D-5A8A98C4DF95}"/>
              </a:ext>
            </a:extLst>
          </p:cNvPr>
          <p:cNvSpPr>
            <a:spLocks noGrp="1"/>
          </p:cNvSpPr>
          <p:nvPr>
            <p:ph sz="quarter" idx="23" hasCustomPrompt="1"/>
          </p:nvPr>
        </p:nvSpPr>
        <p:spPr>
          <a:xfrm>
            <a:off x="10780813" y="7239334"/>
            <a:ext cx="8703165" cy="31948104"/>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cs typeface="Arial" panose="020B0604020202020204" pitchFamily="34" charset="0"/>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4" name="Content Placeholder 7">
            <a:extLst>
              <a:ext uri="{FF2B5EF4-FFF2-40B4-BE49-F238E27FC236}">
                <a16:creationId xmlns:a16="http://schemas.microsoft.com/office/drawing/2014/main" id="{C64C6641-AC7E-8219-67E7-3AD792A7AB18}"/>
              </a:ext>
            </a:extLst>
          </p:cNvPr>
          <p:cNvSpPr>
            <a:spLocks noGrp="1"/>
          </p:cNvSpPr>
          <p:nvPr>
            <p:ph sz="quarter" idx="24" hasCustomPrompt="1"/>
          </p:nvPr>
        </p:nvSpPr>
        <p:spPr>
          <a:xfrm>
            <a:off x="19926401" y="7239334"/>
            <a:ext cx="8932310" cy="31948104"/>
          </a:xfrm>
          <a:prstGeom prst="rect">
            <a:avLst/>
          </a:prstGeom>
          <a:solidFill>
            <a:schemeClr val="accent3"/>
          </a:solidFill>
          <a:ln>
            <a:noFill/>
          </a:ln>
        </p:spPr>
        <p:txBody>
          <a:bodyPr/>
          <a:lstStyle>
            <a:lvl1pPr marL="0" marR="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sz="3600">
                <a:solidFill>
                  <a:schemeClr val="tx2"/>
                </a:solidFill>
                <a:latin typeface="UCL Sans" pitchFamily="2" charset="77"/>
                <a:cs typeface="Arial" panose="020B0604020202020204" pitchFamily="34" charset="0"/>
              </a:defRPr>
            </a:lvl1pPr>
          </a:lstStyle>
          <a:p>
            <a:pPr marL="0" marR="0" lvl="0" indent="0" algn="l" defTabSz="3027487" rtl="0" eaLnBrk="1" fontAlgn="auto" latinLnBrk="0" hangingPunct="1">
              <a:lnSpc>
                <a:spcPct val="90000"/>
              </a:lnSpc>
              <a:spcBef>
                <a:spcPts val="3311"/>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Tree>
    <p:extLst>
      <p:ext uri="{BB962C8B-B14F-4D97-AF65-F5344CB8AC3E}">
        <p14:creationId xmlns:p14="http://schemas.microsoft.com/office/powerpoint/2010/main" val="363618140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s://www.ucl.ac.uk/cam/brand"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preview.tinyurl.com/UCL-GDPR"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hyperlink" Target="https://www.ucl.ac.uk/library/ucl-copyright-advice" TargetMode="Externa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DC0AB-C18A-9DFE-EF87-0849DF8F4B72}"/>
              </a:ext>
            </a:extLst>
          </p:cNvPr>
          <p:cNvSpPr/>
          <p:nvPr userDrawn="1"/>
        </p:nvSpPr>
        <p:spPr>
          <a:xfrm>
            <a:off x="0" y="0"/>
            <a:ext cx="30275213" cy="649605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A5F2282-68C4-EA50-8C24-243137372E44}"/>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1440822" y="1276350"/>
            <a:ext cx="5120816" cy="1440000"/>
          </a:xfrm>
          <a:prstGeom prst="rect">
            <a:avLst/>
          </a:prstGeom>
        </p:spPr>
      </p:pic>
      <p:sp>
        <p:nvSpPr>
          <p:cNvPr id="3" name="Rounded Rectangle 2">
            <a:extLst>
              <a:ext uri="{FF2B5EF4-FFF2-40B4-BE49-F238E27FC236}">
                <a16:creationId xmlns:a16="http://schemas.microsoft.com/office/drawing/2014/main" id="{6FC5CA9B-D73A-500A-7A97-AF9288A67942}"/>
              </a:ext>
              <a:ext uri="{C183D7F6-B498-43B3-948B-1728B52AA6E4}">
                <adec:decorative xmlns:adec="http://schemas.microsoft.com/office/drawing/2017/decorative" val="1"/>
              </a:ext>
            </a:extLst>
          </p:cNvPr>
          <p:cNvSpPr/>
          <p:nvPr userDrawn="1"/>
        </p:nvSpPr>
        <p:spPr>
          <a:xfrm>
            <a:off x="-16225069" y="0"/>
            <a:ext cx="13449297" cy="34044657"/>
          </a:xfrm>
          <a:prstGeom prst="roundRect">
            <a:avLst>
              <a:gd name="adj" fmla="val 0"/>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2" name="TextBox 11">
            <a:extLst>
              <a:ext uri="{FF2B5EF4-FFF2-40B4-BE49-F238E27FC236}">
                <a16:creationId xmlns:a16="http://schemas.microsoft.com/office/drawing/2014/main" id="{B62742E4-6F18-E8B0-4EF0-D1B460B5BCA7}"/>
              </a:ext>
            </a:extLst>
          </p:cNvPr>
          <p:cNvSpPr txBox="1"/>
          <p:nvPr userDrawn="1"/>
        </p:nvSpPr>
        <p:spPr>
          <a:xfrm>
            <a:off x="-11483400" y="457205"/>
            <a:ext cx="3542958" cy="833172"/>
          </a:xfrm>
          <a:prstGeom prst="rect">
            <a:avLst/>
          </a:prstGeom>
          <a:noFill/>
        </p:spPr>
        <p:txBody>
          <a:bodyPr wrap="none" tIns="46797" bIns="46797" rtlCol="0">
            <a:spAutoFit/>
          </a:bodyPr>
          <a:lstStyle/>
          <a:p>
            <a:r>
              <a:rPr lang="en-GB" sz="4800" b="1" dirty="0">
                <a:latin typeface="+mj-lt"/>
              </a:rPr>
              <a:t>Guidelines:</a:t>
            </a:r>
          </a:p>
        </p:txBody>
      </p:sp>
      <p:sp>
        <p:nvSpPr>
          <p:cNvPr id="13" name="TextBox 12">
            <a:extLst>
              <a:ext uri="{FF2B5EF4-FFF2-40B4-BE49-F238E27FC236}">
                <a16:creationId xmlns:a16="http://schemas.microsoft.com/office/drawing/2014/main" id="{7E5DDFCA-F7C5-A2FD-9429-905B22CA55A9}"/>
              </a:ext>
              <a:ext uri="{C183D7F6-B498-43B3-948B-1728B52AA6E4}">
                <adec:decorative xmlns:adec="http://schemas.microsoft.com/office/drawing/2017/decorative" val="0"/>
              </a:ext>
            </a:extLst>
          </p:cNvPr>
          <p:cNvSpPr txBox="1"/>
          <p:nvPr userDrawn="1"/>
        </p:nvSpPr>
        <p:spPr>
          <a:xfrm>
            <a:off x="-14661554" y="2344742"/>
            <a:ext cx="9899266" cy="29779557"/>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UCL Logo </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Logo size and position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Title text should be left aligned unless a poster number is added.</a:t>
            </a:r>
          </a:p>
          <a:p>
            <a:pPr marL="0" indent="0">
              <a:buFontTx/>
              <a:buNone/>
            </a:pPr>
            <a:endParaRPr lang="en-GB" sz="3200" b="0" dirty="0">
              <a:latin typeface="Aptos" panose="020B0004020202020204" pitchFamily="34" charset="0"/>
            </a:endParaRPr>
          </a:p>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Keep within the margin guidelines at the edge to help visibility and avoid the risk of content being trimmed off. </a:t>
            </a:r>
          </a:p>
          <a:p>
            <a:pPr marL="0" indent="0">
              <a:buFontTx/>
              <a:buNone/>
            </a:pPr>
            <a:endParaRPr lang="en-GB" sz="3200" b="1" dirty="0">
              <a:latin typeface="Aptos" panose="020B0004020202020204" pitchFamily="34" charset="0"/>
            </a:endParaRPr>
          </a:p>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Text </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Use a maximum of two fonts (the official UCL fonts is UCL, and Aptos should be use a fallback).</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Set headings in bold.</a:t>
            </a:r>
          </a:p>
          <a:p>
            <a:pPr>
              <a:buFontTx/>
              <a:buNone/>
            </a:pPr>
            <a:endParaRPr lang="en-GB" sz="3200" b="1" dirty="0">
              <a:latin typeface="Aptos" panose="020B0004020202020204" pitchFamily="34" charset="0"/>
            </a:endParaRPr>
          </a:p>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Make sure they are sufficient size and clearly visible with at least 150dpi.</a:t>
            </a:r>
            <a:endParaRPr lang="en-GB" sz="4000" b="1" dirty="0">
              <a:latin typeface="Aptos" panose="020B0004020202020204" pitchFamily="34" charset="0"/>
            </a:endParaRPr>
          </a:p>
          <a:p>
            <a:pPr>
              <a:buFontTx/>
              <a:buNone/>
            </a:pPr>
            <a:endParaRPr lang="en-GB" sz="3200" b="1" dirty="0">
              <a:latin typeface="Aptos" panose="020B0004020202020204" pitchFamily="34" charset="0"/>
            </a:endParaRPr>
          </a:p>
        </p:txBody>
      </p:sp>
      <p:sp>
        <p:nvSpPr>
          <p:cNvPr id="14" name="Rounded Rectangle 13">
            <a:extLst>
              <a:ext uri="{FF2B5EF4-FFF2-40B4-BE49-F238E27FC236}">
                <a16:creationId xmlns:a16="http://schemas.microsoft.com/office/drawing/2014/main" id="{BB646D64-6B0A-A324-5CC2-73A018979220}"/>
              </a:ext>
              <a:ext uri="{C183D7F6-B498-43B3-948B-1728B52AA6E4}">
                <adec:decorative xmlns:adec="http://schemas.microsoft.com/office/drawing/2017/decorative" val="1"/>
              </a:ext>
            </a:extLst>
          </p:cNvPr>
          <p:cNvSpPr/>
          <p:nvPr userDrawn="1"/>
        </p:nvSpPr>
        <p:spPr>
          <a:xfrm>
            <a:off x="32891643" y="0"/>
            <a:ext cx="13449297" cy="34044657"/>
          </a:xfrm>
          <a:prstGeom prst="roundRect">
            <a:avLst>
              <a:gd name="adj" fmla="val 0"/>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solidFill>
                <a:schemeClr val="tx1"/>
              </a:solidFill>
            </a:endParaRPr>
          </a:p>
        </p:txBody>
      </p:sp>
      <p:sp>
        <p:nvSpPr>
          <p:cNvPr id="15" name="TextBox 14">
            <a:extLst>
              <a:ext uri="{FF2B5EF4-FFF2-40B4-BE49-F238E27FC236}">
                <a16:creationId xmlns:a16="http://schemas.microsoft.com/office/drawing/2014/main" id="{253FD96F-86B9-1FFB-F858-F010B1467414}"/>
              </a:ext>
            </a:extLst>
          </p:cNvPr>
          <p:cNvSpPr txBox="1"/>
          <p:nvPr userDrawn="1"/>
        </p:nvSpPr>
        <p:spPr>
          <a:xfrm>
            <a:off x="37108232" y="1054366"/>
            <a:ext cx="5016117" cy="833172"/>
          </a:xfrm>
          <a:prstGeom prst="rect">
            <a:avLst/>
          </a:prstGeom>
          <a:noFill/>
        </p:spPr>
        <p:txBody>
          <a:bodyPr wrap="none" tIns="46797" bIns="46797" rtlCol="0">
            <a:spAutoFit/>
          </a:bodyPr>
          <a:lstStyle/>
          <a:p>
            <a:r>
              <a:rPr lang="en-GB" sz="4800" b="1" dirty="0">
                <a:latin typeface="+mj-lt"/>
              </a:rPr>
              <a:t>Guidelines </a:t>
            </a:r>
            <a:r>
              <a:rPr lang="en-GB" sz="4800" b="1" dirty="0" err="1">
                <a:latin typeface="+mj-lt"/>
              </a:rPr>
              <a:t>cont</a:t>
            </a:r>
            <a:r>
              <a:rPr lang="en-GB" sz="4800" b="1" dirty="0">
                <a:latin typeface="+mj-lt"/>
              </a:rPr>
              <a:t>:</a:t>
            </a:r>
          </a:p>
        </p:txBody>
      </p:sp>
      <p:sp>
        <p:nvSpPr>
          <p:cNvPr id="30" name="TextBox 29">
            <a:extLst>
              <a:ext uri="{FF2B5EF4-FFF2-40B4-BE49-F238E27FC236}">
                <a16:creationId xmlns:a16="http://schemas.microsoft.com/office/drawing/2014/main" id="{783AD340-F008-05BC-BFD3-E997B218127F}"/>
              </a:ext>
            </a:extLst>
          </p:cNvPr>
          <p:cNvSpPr txBox="1"/>
          <p:nvPr userDrawn="1"/>
        </p:nvSpPr>
        <p:spPr>
          <a:xfrm>
            <a:off x="34583608" y="2941903"/>
            <a:ext cx="9899266" cy="30133501"/>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Colour</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Select background colours that contrast well with the font to allow easier reading of your text. Choose colours from the UCL palette included in this file.</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Try not to use too many colours – 1-2 work well, plus images and charts.</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4000" kern="1200" dirty="0">
                <a:solidFill>
                  <a:schemeClr val="tx1"/>
                </a:solidFill>
                <a:latin typeface="Aptos" panose="020B0004020202020204" pitchFamily="34" charset="0"/>
                <a:ea typeface="+mn-ea"/>
                <a:cs typeface="+mn-cs"/>
              </a:rPr>
              <a:t>Don’t use multiple layers of transparency in PowerPoint.</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lang="en-GB" sz="4000" kern="1200" dirty="0">
              <a:solidFill>
                <a:schemeClr val="tx1"/>
              </a:solidFill>
              <a:latin typeface="Aptos" panose="020B0004020202020204" pitchFamily="34" charset="0"/>
              <a:ea typeface="+mn-ea"/>
              <a:cs typeface="+mn-cs"/>
            </a:endParaRPr>
          </a:p>
          <a:p>
            <a:pPr marL="0" indent="0" algn="l" defTabSz="457154" rtl="0" eaLnBrk="1" latinLnBrk="0" hangingPunct="1">
              <a:spcAft>
                <a:spcPts val="1200"/>
              </a:spcAft>
              <a:buFont typeface="Arial" panose="020B0604020202020204" pitchFamily="34" charset="0"/>
              <a:buNone/>
            </a:pPr>
            <a:r>
              <a:rPr lang="en-GB" sz="4400" b="1" kern="1200" dirty="0">
                <a:solidFill>
                  <a:schemeClr val="tx1"/>
                </a:solidFill>
                <a:latin typeface="Aptos" panose="020B0004020202020204" pitchFamily="34" charset="0"/>
                <a:ea typeface="+mn-ea"/>
                <a:cs typeface="+mn-cs"/>
              </a:rPr>
              <a:t>Copyright  and GDPR</a:t>
            </a:r>
          </a:p>
          <a:p>
            <a:r>
              <a:rPr lang="en-GB" sz="3600" dirty="0">
                <a:latin typeface="Aptos" panose="020B0004020202020204" pitchFamily="34" charset="0"/>
              </a:rPr>
              <a:t>(copy and paste the link  to your browser )</a:t>
            </a:r>
          </a:p>
          <a:p>
            <a:endParaRPr lang="en-GB" sz="3200" dirty="0">
              <a:latin typeface="Aptos" panose="020B0004020202020204" pitchFamily="34" charset="0"/>
              <a:hlinkClick r:id="" action="ppaction://noaction"/>
            </a:endParaRPr>
          </a:p>
          <a:p>
            <a:r>
              <a:rPr lang="en-GB" sz="4000" dirty="0">
                <a:latin typeface="Aptos" panose="020B0004020202020204" pitchFamily="34" charset="0"/>
                <a:hlinkClick r:id="" action="ppaction://noaction"/>
              </a:rPr>
              <a:t>https</a:t>
            </a:r>
            <a:r>
              <a:rPr lang="en-GB" sz="4000" dirty="0">
                <a:latin typeface="Aptos" panose="020B0004020202020204" pitchFamily="34" charset="0"/>
                <a:hlinkClick r:id="rId11"/>
              </a:rPr>
              <a:t>://www.ucl.ac.uk/library/ucl-copyright-advice</a:t>
            </a:r>
            <a:endParaRPr lang="en-GB" sz="4000" dirty="0">
              <a:latin typeface="Aptos" panose="020B0004020202020204" pitchFamily="34" charset="0"/>
            </a:endParaRPr>
          </a:p>
          <a:p>
            <a:endParaRPr lang="en-GB" sz="4000" dirty="0">
              <a:latin typeface="Aptos" panose="020B0004020202020204" pitchFamily="34" charset="0"/>
            </a:endParaRPr>
          </a:p>
          <a:p>
            <a:r>
              <a:rPr lang="en-GB" sz="4000" dirty="0">
                <a:latin typeface="Aptos" panose="020B0004020202020204" pitchFamily="34" charset="0"/>
                <a:hlinkClick r:id="rId12"/>
              </a:rPr>
              <a:t>https://preview.tinyurl.com/UCL-GDPR</a:t>
            </a:r>
            <a:endParaRPr lang="en-GB" sz="4000" dirty="0">
              <a:latin typeface="Aptos" panose="020B0004020202020204" pitchFamily="34" charset="0"/>
            </a:endParaRPr>
          </a:p>
          <a:p>
            <a:endParaRPr lang="en-GB" sz="3200" dirty="0">
              <a:latin typeface="Aptos" panose="020B0004020202020204" pitchFamily="34" charset="0"/>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err="1">
                <a:solidFill>
                  <a:schemeClr val="tx1"/>
                </a:solidFill>
                <a:latin typeface="Aptos" panose="020B0004020202020204" pitchFamily="34" charset="0"/>
                <a:ea typeface="+mn-ea"/>
                <a:cs typeface="+mn-cs"/>
              </a:rPr>
              <a:t>Flickr.com</a:t>
            </a:r>
            <a:r>
              <a:rPr lang="en-GB" sz="4000" kern="1200" dirty="0">
                <a:solidFill>
                  <a:schemeClr val="tx1"/>
                </a:solidFill>
                <a:latin typeface="Aptos" panose="020B0004020202020204" pitchFamily="34" charset="0"/>
                <a:ea typeface="+mn-ea"/>
                <a:cs typeface="+mn-cs"/>
              </a:rPr>
              <a:t>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Follow GDPR (General Data Protection Regulation) for images of people.</a:t>
            </a:r>
          </a:p>
          <a:p>
            <a:pPr marL="457154" indent="-457154" algn="l" defTabSz="457154" rtl="0" eaLnBrk="1" latinLnBrk="0" hangingPunct="1">
              <a:lnSpc>
                <a:spcPct val="100000"/>
              </a:lnSpc>
              <a:spcAft>
                <a:spcPts val="1800"/>
              </a:spcAft>
              <a:buFont typeface="Arial" panose="020B0604020202020204" pitchFamily="34" charset="0"/>
              <a:buChar char="•"/>
            </a:pPr>
            <a:endParaRPr lang="en-GB" sz="4000" kern="1200" dirty="0">
              <a:solidFill>
                <a:schemeClr val="tx1"/>
              </a:solidFill>
              <a:latin typeface="Aptos" panose="020B0004020202020204" pitchFamily="34" charset="0"/>
              <a:ea typeface="+mn-ea"/>
              <a:cs typeface="+mn-cs"/>
            </a:endParaRPr>
          </a:p>
          <a:p>
            <a:pPr algn="l" defTabSz="457154" rtl="0" eaLnBrk="1" latinLnBrk="0" hangingPunct="1">
              <a:lnSpc>
                <a:spcPct val="100000"/>
              </a:lnSpc>
              <a:spcAft>
                <a:spcPts val="1800"/>
              </a:spcAft>
              <a:buFont typeface="Arial" panose="020B0604020202020204" pitchFamily="34" charset="0"/>
            </a:pPr>
            <a:r>
              <a:rPr lang="en-GB" sz="4400" b="1" kern="1200" dirty="0">
                <a:solidFill>
                  <a:schemeClr val="tx1"/>
                </a:solidFill>
                <a:latin typeface="Aptos" panose="020B0004020202020204" pitchFamily="34" charset="0"/>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4000" kern="1200" dirty="0">
                <a:solidFill>
                  <a:schemeClr val="tx1"/>
                </a:solidFill>
                <a:latin typeface="Aptos" panose="020B0004020202020204" pitchFamily="34" charset="0"/>
                <a:ea typeface="+mn-ea"/>
                <a:cs typeface="+mn-cs"/>
              </a:rPr>
              <a:t>Use the UCL logo only where work is an equal collaboration and place all logos at the bottom - </a:t>
            </a:r>
            <a:r>
              <a:rPr lang="en-GB" sz="4000" dirty="0">
                <a:latin typeface="Aptos" panose="020B0004020202020204" pitchFamily="34" charset="0"/>
                <a:hlinkClick r:id="rId13"/>
              </a:rPr>
              <a:t>https://www.ucl.ac.uk/cam/brand</a:t>
            </a:r>
            <a:endParaRPr lang="en-GB" sz="3600" b="1" kern="1200" dirty="0">
              <a:solidFill>
                <a:schemeClr val="tx1"/>
              </a:solidFill>
              <a:latin typeface="Aptos" panose="020B0004020202020204" pitchFamily="34" charset="0"/>
              <a:ea typeface="+mn-ea"/>
              <a:cs typeface="+mn-cs"/>
            </a:endParaRPr>
          </a:p>
        </p:txBody>
      </p:sp>
    </p:spTree>
    <p:extLst>
      <p:ext uri="{BB962C8B-B14F-4D97-AF65-F5344CB8AC3E}">
        <p14:creationId xmlns:p14="http://schemas.microsoft.com/office/powerpoint/2010/main" val="2106120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895" userDrawn="1">
          <p15:clr>
            <a:srgbClr val="F26B43"/>
          </p15:clr>
        </p15:guide>
        <p15:guide id="18" pos="18154" userDrawn="1">
          <p15:clr>
            <a:srgbClr val="F26B43"/>
          </p15:clr>
        </p15:guide>
        <p15:guide id="19" orient="horz" pos="804" userDrawn="1">
          <p15:clr>
            <a:srgbClr val="F26B43"/>
          </p15:clr>
        </p15:guide>
        <p15:guide id="36" orient="horz" pos="26159" userDrawn="1">
          <p15:clr>
            <a:srgbClr val="F26B43"/>
          </p15:clr>
        </p15:guide>
        <p15:guide id="37" orient="horz" pos="24685" userDrawn="1">
          <p15:clr>
            <a:srgbClr val="F26B43"/>
          </p15:clr>
        </p15:guide>
        <p15:guide id="38" orient="horz" pos="4546" userDrawn="1">
          <p15:clr>
            <a:srgbClr val="F26B43"/>
          </p15:clr>
        </p15:guide>
        <p15:guide id="39" orient="horz" pos="7902" userDrawn="1">
          <p15:clr>
            <a:srgbClr val="F26B43"/>
          </p15:clr>
        </p15:guide>
        <p15:guide id="40" orient="horz" pos="14615" userDrawn="1">
          <p15:clr>
            <a:srgbClr val="F26B43"/>
          </p15:clr>
        </p15:guide>
        <p15:guide id="41" orient="horz" pos="11259" userDrawn="1">
          <p15:clr>
            <a:srgbClr val="F26B43"/>
          </p15:clr>
        </p15:guide>
        <p15:guide id="42" orient="horz" pos="17972" userDrawn="1">
          <p15:clr>
            <a:srgbClr val="F26B43"/>
          </p15:clr>
        </p15:guide>
        <p15:guide id="43" orient="horz" pos="21329" userDrawn="1">
          <p15:clr>
            <a:srgbClr val="F26B43"/>
          </p15:clr>
        </p15:guide>
        <p15:guide id="44" pos="2346" userDrawn="1">
          <p15:clr>
            <a:srgbClr val="F26B43"/>
          </p15:clr>
        </p15:guide>
        <p15:guide id="45" pos="3775" userDrawn="1">
          <p15:clr>
            <a:srgbClr val="F26B43"/>
          </p15:clr>
        </p15:guide>
        <p15:guide id="46" pos="5226" userDrawn="1">
          <p15:clr>
            <a:srgbClr val="F26B43"/>
          </p15:clr>
        </p15:guide>
        <p15:guide id="47" pos="6655" userDrawn="1">
          <p15:clr>
            <a:srgbClr val="F26B43"/>
          </p15:clr>
        </p15:guide>
        <p15:guide id="48" pos="8107" userDrawn="1">
          <p15:clr>
            <a:srgbClr val="F26B43"/>
          </p15:clr>
        </p15:guide>
        <p15:guide id="49" pos="9536" userDrawn="1">
          <p15:clr>
            <a:srgbClr val="F26B43"/>
          </p15:clr>
        </p15:guide>
        <p15:guide id="50" pos="10964" userDrawn="1">
          <p15:clr>
            <a:srgbClr val="F26B43"/>
          </p15:clr>
        </p15:guide>
        <p15:guide id="51" pos="12416" userDrawn="1">
          <p15:clr>
            <a:srgbClr val="F26B43"/>
          </p15:clr>
        </p15:guide>
        <p15:guide id="52" pos="13845" userDrawn="1">
          <p15:clr>
            <a:srgbClr val="F26B43"/>
          </p15:clr>
        </p15:guide>
        <p15:guide id="53" pos="15342" userDrawn="1">
          <p15:clr>
            <a:srgbClr val="F26B43"/>
          </p15:clr>
        </p15:guide>
        <p15:guide id="54" pos="16725" userDrawn="1">
          <p15:clr>
            <a:srgbClr val="F26B43"/>
          </p15:clr>
        </p15:guide>
        <p15:guide id="55" orient="horz" pos="409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8" Type="http://schemas.openxmlformats.org/officeDocument/2006/relationships/image" Target="../media/image50.png"/><Relationship Id="rId26" Type="http://schemas.openxmlformats.org/officeDocument/2006/relationships/image" Target="../media/image15.png"/><Relationship Id="rId3" Type="http://schemas.openxmlformats.org/officeDocument/2006/relationships/image" Target="../media/image3.png"/><Relationship Id="rId21" Type="http://schemas.openxmlformats.org/officeDocument/2006/relationships/image" Target="../media/image80.png"/><Relationship Id="rId7" Type="http://schemas.openxmlformats.org/officeDocument/2006/relationships/image" Target="../media/image7.png"/><Relationship Id="rId17" Type="http://schemas.openxmlformats.org/officeDocument/2006/relationships/image" Target="../media/image40.png"/><Relationship Id="rId25" Type="http://schemas.openxmlformats.org/officeDocument/2006/relationships/image" Target="../media/image14.png"/><Relationship Id="rId2" Type="http://schemas.openxmlformats.org/officeDocument/2006/relationships/image" Target="../media/image2.png"/><Relationship Id="rId16" Type="http://schemas.openxmlformats.org/officeDocument/2006/relationships/image" Target="../media/image30.png"/><Relationship Id="rId20"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13.png"/><Relationship Id="rId5" Type="http://schemas.openxmlformats.org/officeDocument/2006/relationships/image" Target="../media/image5.png"/><Relationship Id="rId15" Type="http://schemas.openxmlformats.org/officeDocument/2006/relationships/image" Target="../media/image20.png"/><Relationship Id="rId23" Type="http://schemas.openxmlformats.org/officeDocument/2006/relationships/image" Target="../media/image12.png"/><Relationship Id="rId10" Type="http://schemas.openxmlformats.org/officeDocument/2006/relationships/image" Target="../media/image10.png"/><Relationship Id="rId19" Type="http://schemas.openxmlformats.org/officeDocument/2006/relationships/image" Target="../media/image60.png"/><Relationship Id="rId4" Type="http://schemas.openxmlformats.org/officeDocument/2006/relationships/image" Target="../media/image4.png"/><Relationship Id="rId9" Type="http://schemas.openxmlformats.org/officeDocument/2006/relationships/image" Target="../media/image9.png"/><Relationship Id="rId22"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276FFF93-EC63-14BF-8AE2-BEA8494B101D}"/>
              </a:ext>
            </a:extLst>
          </p:cNvPr>
          <p:cNvSpPr/>
          <p:nvPr/>
        </p:nvSpPr>
        <p:spPr>
          <a:xfrm>
            <a:off x="407722" y="6860862"/>
            <a:ext cx="29462678" cy="3403195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latin typeface="UCL Sans" panose="020B0604020202020204" charset="0"/>
                <a:ea typeface="Sans Serif Collection" panose="020B0502040504020204" pitchFamily="34" charset="0"/>
                <a:cs typeface="Sans Serif Collection" panose="020B0502040504020204" pitchFamily="34" charset="0"/>
              </a:rPr>
              <a:t>The fundamental bands of HPO do not overlap with water. This makes detection more feasible.</a:t>
            </a:r>
          </a:p>
        </p:txBody>
      </p:sp>
      <p:sp>
        <p:nvSpPr>
          <p:cNvPr id="9" name="Title 8">
            <a:extLst>
              <a:ext uri="{FF2B5EF4-FFF2-40B4-BE49-F238E27FC236}">
                <a16:creationId xmlns:a16="http://schemas.microsoft.com/office/drawing/2014/main" id="{C73A60E1-74AE-9A46-B5D8-A2EFCCDE5413}"/>
              </a:ext>
            </a:extLst>
          </p:cNvPr>
          <p:cNvSpPr>
            <a:spLocks noGrp="1"/>
          </p:cNvSpPr>
          <p:nvPr>
            <p:ph type="title"/>
          </p:nvPr>
        </p:nvSpPr>
        <p:spPr/>
        <p:txBody>
          <a:bodyPr/>
          <a:lstStyle/>
          <a:p>
            <a:r>
              <a:rPr lang="en-GB" dirty="0"/>
              <a:t>An </a:t>
            </a:r>
            <a:r>
              <a:rPr lang="en-GB" i="1" dirty="0"/>
              <a:t>Ab Initio </a:t>
            </a:r>
            <a:r>
              <a:rPr lang="en-GB" dirty="0"/>
              <a:t>Rovibrational Linelist for HPO</a:t>
            </a:r>
            <a:endParaRPr lang="en-US" dirty="0"/>
          </a:p>
        </p:txBody>
      </p:sp>
      <p:sp>
        <p:nvSpPr>
          <p:cNvPr id="14" name="Text Placeholder 13">
            <a:extLst>
              <a:ext uri="{FF2B5EF4-FFF2-40B4-BE49-F238E27FC236}">
                <a16:creationId xmlns:a16="http://schemas.microsoft.com/office/drawing/2014/main" id="{F40EC38F-064B-752F-8F01-BCB76164513C}"/>
              </a:ext>
            </a:extLst>
          </p:cNvPr>
          <p:cNvSpPr>
            <a:spLocks noGrp="1"/>
          </p:cNvSpPr>
          <p:nvPr>
            <p:ph type="body" sz="quarter" idx="17"/>
          </p:nvPr>
        </p:nvSpPr>
        <p:spPr/>
        <p:txBody>
          <a:bodyPr/>
          <a:lstStyle/>
          <a:p>
            <a:r>
              <a:rPr lang="en-US" dirty="0"/>
              <a:t>Ryan Mok, </a:t>
            </a:r>
            <a:r>
              <a:rPr lang="en-GB" dirty="0"/>
              <a:t>Fangping Liu, Sergei N. Yurchenko</a:t>
            </a:r>
            <a:endParaRPr lang="en-US" dirty="0"/>
          </a:p>
          <a:p>
            <a:endParaRPr lang="en-US" dirty="0"/>
          </a:p>
        </p:txBody>
      </p:sp>
      <p:sp>
        <p:nvSpPr>
          <p:cNvPr id="15" name="Text Placeholder 14">
            <a:extLst>
              <a:ext uri="{FF2B5EF4-FFF2-40B4-BE49-F238E27FC236}">
                <a16:creationId xmlns:a16="http://schemas.microsoft.com/office/drawing/2014/main" id="{68F1BBF4-F345-B4BD-9809-17B768371648}"/>
              </a:ext>
            </a:extLst>
          </p:cNvPr>
          <p:cNvSpPr>
            <a:spLocks noGrp="1"/>
          </p:cNvSpPr>
          <p:nvPr>
            <p:ph type="body" sz="quarter" idx="20"/>
          </p:nvPr>
        </p:nvSpPr>
        <p:spPr>
          <a:xfrm>
            <a:off x="1399459" y="41229157"/>
            <a:ext cx="13308012" cy="949930"/>
          </a:xfrm>
        </p:spPr>
        <p:txBody>
          <a:bodyPr/>
          <a:lstStyle/>
          <a:p>
            <a:endParaRPr lang="en-US" dirty="0"/>
          </a:p>
        </p:txBody>
      </p:sp>
      <p:sp>
        <p:nvSpPr>
          <p:cNvPr id="16" name="Text Placeholder 15">
            <a:extLst>
              <a:ext uri="{FF2B5EF4-FFF2-40B4-BE49-F238E27FC236}">
                <a16:creationId xmlns:a16="http://schemas.microsoft.com/office/drawing/2014/main" id="{F20C7405-A15F-5AAE-DEA7-7DC35C7546C6}"/>
              </a:ext>
            </a:extLst>
          </p:cNvPr>
          <p:cNvSpPr>
            <a:spLocks noGrp="1"/>
          </p:cNvSpPr>
          <p:nvPr>
            <p:ph type="body" sz="quarter" idx="21"/>
          </p:nvPr>
        </p:nvSpPr>
        <p:spPr>
          <a:xfrm>
            <a:off x="15673486" y="41381915"/>
            <a:ext cx="13322301" cy="1202367"/>
          </a:xfrm>
        </p:spPr>
        <p:txBody>
          <a:bodyPr/>
          <a:lstStyle/>
          <a:p>
            <a:endParaRPr lang="en-US" dirty="0"/>
          </a:p>
        </p:txBody>
      </p:sp>
      <p:sp>
        <p:nvSpPr>
          <p:cNvPr id="17" name="Text Placeholder 16">
            <a:extLst>
              <a:ext uri="{FF2B5EF4-FFF2-40B4-BE49-F238E27FC236}">
                <a16:creationId xmlns:a16="http://schemas.microsoft.com/office/drawing/2014/main" id="{A1B021CE-330C-9358-2BDF-CE2D73C419DA}"/>
              </a:ext>
            </a:extLst>
          </p:cNvPr>
          <p:cNvSpPr>
            <a:spLocks noGrp="1"/>
          </p:cNvSpPr>
          <p:nvPr>
            <p:ph type="body" sz="quarter" idx="22"/>
          </p:nvPr>
        </p:nvSpPr>
        <p:spPr>
          <a:xfrm>
            <a:off x="20691985" y="4584313"/>
            <a:ext cx="8893076" cy="1539809"/>
          </a:xfrm>
        </p:spPr>
        <p:txBody>
          <a:bodyPr/>
          <a:lstStyle/>
          <a:p>
            <a:r>
              <a:rPr lang="en-GB" dirty="0"/>
              <a:t>Department of Physics and Astronomy, University College London, WC1E 6BT, London, UK</a:t>
            </a:r>
            <a:endParaRPr lang="en-US" dirty="0"/>
          </a:p>
          <a:p>
            <a:endParaRPr lang="en-US" dirty="0"/>
          </a:p>
        </p:txBody>
      </p:sp>
      <p:sp>
        <p:nvSpPr>
          <p:cNvPr id="82" name="Rectangle 81">
            <a:extLst>
              <a:ext uri="{FF2B5EF4-FFF2-40B4-BE49-F238E27FC236}">
                <a16:creationId xmlns:a16="http://schemas.microsoft.com/office/drawing/2014/main" id="{9DDA401E-1F53-978F-5CE3-A894F1F88F1F}"/>
              </a:ext>
            </a:extLst>
          </p:cNvPr>
          <p:cNvSpPr/>
          <p:nvPr/>
        </p:nvSpPr>
        <p:spPr>
          <a:xfrm>
            <a:off x="750613" y="7267075"/>
            <a:ext cx="7000254" cy="8832632"/>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3B97F766-B64C-0C20-70E2-8C445EF647E7}"/>
              </a:ext>
            </a:extLst>
          </p:cNvPr>
          <p:cNvSpPr txBox="1"/>
          <p:nvPr/>
        </p:nvSpPr>
        <p:spPr>
          <a:xfrm>
            <a:off x="1221571" y="7610787"/>
            <a:ext cx="6083717" cy="769441"/>
          </a:xfrm>
          <a:prstGeom prst="rect">
            <a:avLst/>
          </a:prstGeom>
          <a:noFill/>
        </p:spPr>
        <p:txBody>
          <a:bodyPr wrap="none" rtlCol="0">
            <a:spAutoFit/>
          </a:bodyPr>
          <a:lstStyle/>
          <a:p>
            <a:r>
              <a:rPr lang="en-US" sz="4400" dirty="0">
                <a:latin typeface="UCL Sans" panose="020B0604020202020204" charset="0"/>
                <a:ea typeface="Sans Serif Collection" panose="020B0502040504020204" pitchFamily="34" charset="0"/>
                <a:cs typeface="Sans Serif Collection" panose="020B0502040504020204" pitchFamily="34" charset="0"/>
              </a:rPr>
              <a:t>Motivation: Why HPO?</a:t>
            </a:r>
            <a:endParaRPr lang="en-GB" sz="44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89A22B2F-87AE-C252-DFD0-43E5698FE779}"/>
              </a:ext>
            </a:extLst>
          </p:cNvPr>
          <p:cNvSpPr txBox="1"/>
          <p:nvPr/>
        </p:nvSpPr>
        <p:spPr>
          <a:xfrm>
            <a:off x="1033843" y="8660799"/>
            <a:ext cx="6612054" cy="3539430"/>
          </a:xfrm>
          <a:prstGeom prst="rect">
            <a:avLst/>
          </a:prstGeom>
          <a:noFill/>
        </p:spPr>
        <p:txBody>
          <a:bodyPr wrap="square" rtlCol="0">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HPO appears as a precursor molecule in proposed abiotic mechanisms to form phosphine on Venus. It was predicted to be detectable in the interstellar medium.</a:t>
            </a:r>
          </a:p>
          <a:p>
            <a:pPr algn="just"/>
            <a:endParaRPr lang="en-US" sz="2800" dirty="0">
              <a:latin typeface="UCL Sans" panose="020B0604020202020204" charset="0"/>
              <a:ea typeface="Sans Serif Collection" panose="020B0502040504020204" pitchFamily="34" charset="0"/>
              <a:cs typeface="Sans Serif Collection" panose="020B0502040504020204" pitchFamily="34" charset="0"/>
            </a:endParaRPr>
          </a:p>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Can HPO play a role on lava or rocky exoplanets?</a:t>
            </a: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grpSp>
        <p:nvGrpSpPr>
          <p:cNvPr id="6" name="Group 5">
            <a:extLst>
              <a:ext uri="{FF2B5EF4-FFF2-40B4-BE49-F238E27FC236}">
                <a16:creationId xmlns:a16="http://schemas.microsoft.com/office/drawing/2014/main" id="{B25D7984-074B-10C1-27C5-1D22030358EA}"/>
              </a:ext>
            </a:extLst>
          </p:cNvPr>
          <p:cNvGrpSpPr/>
          <p:nvPr/>
        </p:nvGrpSpPr>
        <p:grpSpPr>
          <a:xfrm>
            <a:off x="1132667" y="12602180"/>
            <a:ext cx="6525674" cy="3217350"/>
            <a:chOff x="641958" y="23608216"/>
            <a:chExt cx="6525674" cy="3217350"/>
          </a:xfrm>
        </p:grpSpPr>
        <p:sp>
          <p:nvSpPr>
            <p:cNvPr id="7" name="TextBox 6">
              <a:extLst>
                <a:ext uri="{FF2B5EF4-FFF2-40B4-BE49-F238E27FC236}">
                  <a16:creationId xmlns:a16="http://schemas.microsoft.com/office/drawing/2014/main" id="{551FEC1F-9623-AAC9-6037-BA75336600E6}"/>
                </a:ext>
              </a:extLst>
            </p:cNvPr>
            <p:cNvSpPr txBox="1"/>
            <p:nvPr/>
          </p:nvSpPr>
          <p:spPr>
            <a:xfrm>
              <a:off x="641958" y="24578797"/>
              <a:ext cx="6525674" cy="2246769"/>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UCL Sans" panose="020B0604020202020204" charset="0"/>
                  <a:ea typeface="Sans Serif Collection" panose="020B0502040504020204" pitchFamily="34" charset="0"/>
                  <a:cs typeface="Sans Serif Collection" panose="020B0502040504020204" pitchFamily="34" charset="0"/>
                </a:rPr>
                <a:t>Produce a rovibrational linelist for HPO (electronic ground state only).</a:t>
              </a:r>
            </a:p>
            <a:p>
              <a:pPr marL="457200" indent="-457200">
                <a:buFont typeface="Arial" panose="020B0604020202020204" pitchFamily="34" charset="0"/>
                <a:buChar char="•"/>
              </a:pPr>
              <a:endParaRPr lang="en-US" sz="2800" dirty="0">
                <a:latin typeface="UCL Sans" panose="020B0604020202020204" charset="0"/>
                <a:ea typeface="Sans Serif Collection" panose="020B0502040504020204" pitchFamily="34" charset="0"/>
                <a:cs typeface="Sans Serif Collection" panose="020B0502040504020204" pitchFamily="34" charset="0"/>
              </a:endParaRPr>
            </a:p>
            <a:p>
              <a:pPr marL="457200" indent="-457200">
                <a:buFont typeface="Arial" panose="020B0604020202020204" pitchFamily="34" charset="0"/>
                <a:buChar char="•"/>
              </a:pPr>
              <a:r>
                <a:rPr lang="en-US" sz="2800" dirty="0">
                  <a:latin typeface="UCL Sans" panose="020B0604020202020204" charset="0"/>
                  <a:ea typeface="Sans Serif Collection" panose="020B0502040504020204" pitchFamily="34" charset="0"/>
                  <a:cs typeface="Sans Serif Collection" panose="020B0502040504020204" pitchFamily="34" charset="0"/>
                </a:rPr>
                <a:t>Evaluate potential for HPO detection on exoplanets/planets.</a:t>
              </a: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8" name="TextBox 7">
              <a:extLst>
                <a:ext uri="{FF2B5EF4-FFF2-40B4-BE49-F238E27FC236}">
                  <a16:creationId xmlns:a16="http://schemas.microsoft.com/office/drawing/2014/main" id="{A60E1595-6DF9-B9CE-34A3-EDCE715BC445}"/>
                </a:ext>
              </a:extLst>
            </p:cNvPr>
            <p:cNvSpPr txBox="1"/>
            <p:nvPr/>
          </p:nvSpPr>
          <p:spPr>
            <a:xfrm>
              <a:off x="829926" y="23608216"/>
              <a:ext cx="1369286" cy="707886"/>
            </a:xfrm>
            <a:prstGeom prst="rect">
              <a:avLst/>
            </a:prstGeom>
            <a:noFill/>
          </p:spPr>
          <p:txBody>
            <a:bodyPr wrap="none" rtlCol="0">
              <a:spAutoFit/>
            </a:bodyPr>
            <a:lstStyle/>
            <a:p>
              <a:r>
                <a:rPr lang="en-US" sz="4000" dirty="0">
                  <a:latin typeface="UCL Sans" panose="020B0604020202020204" charset="0"/>
                  <a:ea typeface="Sans Serif Collection" panose="020B0502040504020204" pitchFamily="34" charset="0"/>
                  <a:cs typeface="Sans Serif Collection" panose="020B0502040504020204" pitchFamily="34" charset="0"/>
                </a:rPr>
                <a:t>Aims</a:t>
              </a:r>
              <a:endParaRPr lang="en-GB" sz="4000" dirty="0">
                <a:latin typeface="UCL Sans" panose="020B0604020202020204" charset="0"/>
                <a:ea typeface="Sans Serif Collection" panose="020B0502040504020204" pitchFamily="34" charset="0"/>
                <a:cs typeface="Sans Serif Collection" panose="020B0502040504020204" pitchFamily="34" charset="0"/>
              </a:endParaRPr>
            </a:p>
          </p:txBody>
        </p:sp>
      </p:grpSp>
      <p:sp>
        <p:nvSpPr>
          <p:cNvPr id="84" name="Rectangle 83">
            <a:extLst>
              <a:ext uri="{FF2B5EF4-FFF2-40B4-BE49-F238E27FC236}">
                <a16:creationId xmlns:a16="http://schemas.microsoft.com/office/drawing/2014/main" id="{B4DE12D2-818E-57E0-3CA1-75086C4A8369}"/>
              </a:ext>
            </a:extLst>
          </p:cNvPr>
          <p:cNvSpPr/>
          <p:nvPr/>
        </p:nvSpPr>
        <p:spPr>
          <a:xfrm>
            <a:off x="8104553" y="7267074"/>
            <a:ext cx="21480508" cy="2073493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7" name="Group 46">
            <a:extLst>
              <a:ext uri="{FF2B5EF4-FFF2-40B4-BE49-F238E27FC236}">
                <a16:creationId xmlns:a16="http://schemas.microsoft.com/office/drawing/2014/main" id="{5FE17C6F-C7A9-076B-F31F-9B87F8A1960F}"/>
              </a:ext>
            </a:extLst>
          </p:cNvPr>
          <p:cNvGrpSpPr/>
          <p:nvPr/>
        </p:nvGrpSpPr>
        <p:grpSpPr>
          <a:xfrm>
            <a:off x="8384977" y="9488477"/>
            <a:ext cx="7164163" cy="15847007"/>
            <a:chOff x="10860170" y="9150571"/>
            <a:chExt cx="7164163" cy="15847007"/>
          </a:xfrm>
        </p:grpSpPr>
        <p:pic>
          <p:nvPicPr>
            <p:cNvPr id="48" name="Picture 47">
              <a:extLst>
                <a:ext uri="{FF2B5EF4-FFF2-40B4-BE49-F238E27FC236}">
                  <a16:creationId xmlns:a16="http://schemas.microsoft.com/office/drawing/2014/main" id="{0CBD565B-0666-EF5A-0135-6848667CA6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0170" y="9150571"/>
              <a:ext cx="7000254" cy="5246749"/>
            </a:xfrm>
            <a:prstGeom prst="rect">
              <a:avLst/>
            </a:prstGeom>
          </p:spPr>
        </p:pic>
        <p:pic>
          <p:nvPicPr>
            <p:cNvPr id="49" name="Picture 48">
              <a:extLst>
                <a:ext uri="{FF2B5EF4-FFF2-40B4-BE49-F238E27FC236}">
                  <a16:creationId xmlns:a16="http://schemas.microsoft.com/office/drawing/2014/main" id="{F1646475-C52E-1EE6-C735-4A2B08A4A7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0170" y="14397320"/>
              <a:ext cx="7164163" cy="5309131"/>
            </a:xfrm>
            <a:prstGeom prst="rect">
              <a:avLst/>
            </a:prstGeom>
          </p:spPr>
        </p:pic>
        <p:pic>
          <p:nvPicPr>
            <p:cNvPr id="50" name="Picture 49">
              <a:extLst>
                <a:ext uri="{FF2B5EF4-FFF2-40B4-BE49-F238E27FC236}">
                  <a16:creationId xmlns:a16="http://schemas.microsoft.com/office/drawing/2014/main" id="{73C9F49D-4000-2515-0B07-1F751EE06C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60170" y="19808636"/>
              <a:ext cx="7000254" cy="5188942"/>
            </a:xfrm>
            <a:prstGeom prst="rect">
              <a:avLst/>
            </a:prstGeom>
          </p:spPr>
        </p:pic>
      </p:grpSp>
      <p:grpSp>
        <p:nvGrpSpPr>
          <p:cNvPr id="51" name="Group 50">
            <a:extLst>
              <a:ext uri="{FF2B5EF4-FFF2-40B4-BE49-F238E27FC236}">
                <a16:creationId xmlns:a16="http://schemas.microsoft.com/office/drawing/2014/main" id="{CA19947B-3801-E697-8D75-76B543F01E71}"/>
              </a:ext>
            </a:extLst>
          </p:cNvPr>
          <p:cNvGrpSpPr/>
          <p:nvPr/>
        </p:nvGrpSpPr>
        <p:grpSpPr>
          <a:xfrm>
            <a:off x="15613485" y="9508786"/>
            <a:ext cx="6777654" cy="15834238"/>
            <a:chOff x="16550641" y="7751918"/>
            <a:chExt cx="6777654" cy="15834238"/>
          </a:xfrm>
        </p:grpSpPr>
        <p:pic>
          <p:nvPicPr>
            <p:cNvPr id="52" name="Picture 51">
              <a:extLst>
                <a:ext uri="{FF2B5EF4-FFF2-40B4-BE49-F238E27FC236}">
                  <a16:creationId xmlns:a16="http://schemas.microsoft.com/office/drawing/2014/main" id="{8A82A978-46E5-739F-C126-0892B510A4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587985" y="7751918"/>
              <a:ext cx="6649560" cy="5242975"/>
            </a:xfrm>
            <a:prstGeom prst="rect">
              <a:avLst/>
            </a:prstGeom>
          </p:spPr>
        </p:pic>
        <p:pic>
          <p:nvPicPr>
            <p:cNvPr id="53" name="Picture 52">
              <a:extLst>
                <a:ext uri="{FF2B5EF4-FFF2-40B4-BE49-F238E27FC236}">
                  <a16:creationId xmlns:a16="http://schemas.microsoft.com/office/drawing/2014/main" id="{795F2F88-E8C4-C224-30FF-96ACE0D52E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550641" y="18382133"/>
              <a:ext cx="6777654" cy="5204023"/>
            </a:xfrm>
            <a:prstGeom prst="rect">
              <a:avLst/>
            </a:prstGeom>
          </p:spPr>
        </p:pic>
        <p:grpSp>
          <p:nvGrpSpPr>
            <p:cNvPr id="54" name="Group 53">
              <a:extLst>
                <a:ext uri="{FF2B5EF4-FFF2-40B4-BE49-F238E27FC236}">
                  <a16:creationId xmlns:a16="http://schemas.microsoft.com/office/drawing/2014/main" id="{3942799D-9686-615E-082B-B33FE4D92911}"/>
                </a:ext>
              </a:extLst>
            </p:cNvPr>
            <p:cNvGrpSpPr/>
            <p:nvPr/>
          </p:nvGrpSpPr>
          <p:grpSpPr>
            <a:xfrm>
              <a:off x="16550641" y="13040740"/>
              <a:ext cx="6686904" cy="5246749"/>
              <a:chOff x="16550640" y="13040740"/>
              <a:chExt cx="6686904" cy="5246749"/>
            </a:xfrm>
          </p:grpSpPr>
          <p:pic>
            <p:nvPicPr>
              <p:cNvPr id="55" name="Picture 54">
                <a:extLst>
                  <a:ext uri="{FF2B5EF4-FFF2-40B4-BE49-F238E27FC236}">
                    <a16:creationId xmlns:a16="http://schemas.microsoft.com/office/drawing/2014/main" id="{7F3BF401-2BB2-11C4-BEC6-01E3BCCDB298}"/>
                  </a:ext>
                </a:extLst>
              </p:cNvPr>
              <p:cNvPicPr>
                <a:picLocks noChangeAspect="1"/>
              </p:cNvPicPr>
              <p:nvPr/>
            </p:nvPicPr>
            <p:blipFill>
              <a:blip r:embed="rId7" cstate="print">
                <a:extLst>
                  <a:ext uri="{28A0092B-C50C-407E-A947-70E740481C1C}">
                    <a14:useLocalDpi xmlns:a14="http://schemas.microsoft.com/office/drawing/2010/main" val="0"/>
                  </a:ext>
                </a:extLst>
              </a:blip>
              <a:srcRect l="4971"/>
              <a:stretch>
                <a:fillRect/>
              </a:stretch>
            </p:blipFill>
            <p:spPr>
              <a:xfrm>
                <a:off x="16748759" y="13040740"/>
                <a:ext cx="6488785" cy="5246749"/>
              </a:xfrm>
              <a:prstGeom prst="rect">
                <a:avLst/>
              </a:prstGeom>
            </p:spPr>
          </p:pic>
          <p:pic>
            <p:nvPicPr>
              <p:cNvPr id="56" name="Picture 55">
                <a:extLst>
                  <a:ext uri="{FF2B5EF4-FFF2-40B4-BE49-F238E27FC236}">
                    <a16:creationId xmlns:a16="http://schemas.microsoft.com/office/drawing/2014/main" id="{F1398BA2-EB68-4DA3-4149-817AB44AEF47}"/>
                  </a:ext>
                </a:extLst>
              </p:cNvPr>
              <p:cNvPicPr>
                <a:picLocks noChangeAspect="1"/>
              </p:cNvPicPr>
              <p:nvPr/>
            </p:nvPicPr>
            <p:blipFill>
              <a:blip r:embed="rId8" cstate="print">
                <a:extLst>
                  <a:ext uri="{28A0092B-C50C-407E-A947-70E740481C1C}">
                    <a14:useLocalDpi xmlns:a14="http://schemas.microsoft.com/office/drawing/2010/main" val="0"/>
                  </a:ext>
                </a:extLst>
              </a:blip>
              <a:srcRect l="-163" t="28555" r="93913" b="39203"/>
              <a:stretch>
                <a:fillRect/>
              </a:stretch>
            </p:blipFill>
            <p:spPr>
              <a:xfrm>
                <a:off x="16550640" y="14538961"/>
                <a:ext cx="426719" cy="1691640"/>
              </a:xfrm>
              <a:prstGeom prst="rect">
                <a:avLst/>
              </a:prstGeom>
            </p:spPr>
          </p:pic>
        </p:grpSp>
      </p:grpSp>
      <p:grpSp>
        <p:nvGrpSpPr>
          <p:cNvPr id="57" name="Group 56">
            <a:extLst>
              <a:ext uri="{FF2B5EF4-FFF2-40B4-BE49-F238E27FC236}">
                <a16:creationId xmlns:a16="http://schemas.microsoft.com/office/drawing/2014/main" id="{3E9F1BAD-C6D4-02C9-A210-7EF06AB47291}"/>
              </a:ext>
            </a:extLst>
          </p:cNvPr>
          <p:cNvGrpSpPr/>
          <p:nvPr/>
        </p:nvGrpSpPr>
        <p:grpSpPr>
          <a:xfrm>
            <a:off x="22714904" y="9481078"/>
            <a:ext cx="6838565" cy="15820229"/>
            <a:chOff x="22108078" y="7545441"/>
            <a:chExt cx="6838565" cy="15820229"/>
          </a:xfrm>
        </p:grpSpPr>
        <p:pic>
          <p:nvPicPr>
            <p:cNvPr id="58" name="Picture 57">
              <a:extLst>
                <a:ext uri="{FF2B5EF4-FFF2-40B4-BE49-F238E27FC236}">
                  <a16:creationId xmlns:a16="http://schemas.microsoft.com/office/drawing/2014/main" id="{07FF9CE2-2395-CD19-BEB5-856559A10C0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2108078" y="7545441"/>
              <a:ext cx="6649560" cy="5191178"/>
            </a:xfrm>
            <a:prstGeom prst="rect">
              <a:avLst/>
            </a:prstGeom>
          </p:spPr>
        </p:pic>
        <p:pic>
          <p:nvPicPr>
            <p:cNvPr id="59" name="Picture 58">
              <a:extLst>
                <a:ext uri="{FF2B5EF4-FFF2-40B4-BE49-F238E27FC236}">
                  <a16:creationId xmlns:a16="http://schemas.microsoft.com/office/drawing/2014/main" id="{AC0B8FAB-19A0-FBED-063F-2C7BA76D3AB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173470" y="12852409"/>
              <a:ext cx="6773173" cy="5192950"/>
            </a:xfrm>
            <a:prstGeom prst="rect">
              <a:avLst/>
            </a:prstGeom>
          </p:spPr>
        </p:pic>
        <p:pic>
          <p:nvPicPr>
            <p:cNvPr id="60" name="Picture 59">
              <a:extLst>
                <a:ext uri="{FF2B5EF4-FFF2-40B4-BE49-F238E27FC236}">
                  <a16:creationId xmlns:a16="http://schemas.microsoft.com/office/drawing/2014/main" id="{B0B94888-9B96-B2A0-AB90-F04DEF15279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2163999" y="18174590"/>
              <a:ext cx="6677002" cy="5191080"/>
            </a:xfrm>
            <a:prstGeom prst="rect">
              <a:avLst/>
            </a:prstGeom>
          </p:spPr>
        </p:pic>
      </p:grpSp>
      <p:sp>
        <p:nvSpPr>
          <p:cNvPr id="61" name="TextBox 60">
            <a:extLst>
              <a:ext uri="{FF2B5EF4-FFF2-40B4-BE49-F238E27FC236}">
                <a16:creationId xmlns:a16="http://schemas.microsoft.com/office/drawing/2014/main" id="{8A317CFA-EB60-BF08-2644-D9E29EA0EC24}"/>
              </a:ext>
            </a:extLst>
          </p:cNvPr>
          <p:cNvSpPr txBox="1"/>
          <p:nvPr/>
        </p:nvSpPr>
        <p:spPr>
          <a:xfrm>
            <a:off x="8824970" y="7534104"/>
            <a:ext cx="6096541" cy="707886"/>
          </a:xfrm>
          <a:prstGeom prst="rect">
            <a:avLst/>
          </a:prstGeom>
          <a:noFill/>
        </p:spPr>
        <p:txBody>
          <a:bodyPr wrap="none" rtlCol="0">
            <a:spAutoFit/>
          </a:bodyPr>
          <a:lstStyle/>
          <a:p>
            <a:r>
              <a:rPr lang="en-US" sz="4000" dirty="0">
                <a:latin typeface="UCL Sans" panose="020B0604020202020204" charset="0"/>
                <a:ea typeface="Sans Serif Collection" panose="020B0502040504020204" pitchFamily="34" charset="0"/>
                <a:cs typeface="Sans Serif Collection" panose="020B0502040504020204" pitchFamily="34" charset="0"/>
              </a:rPr>
              <a:t>Potential Energy Surface</a:t>
            </a:r>
            <a:endParaRPr lang="en-GB" sz="40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62" name="TextBox 61">
            <a:extLst>
              <a:ext uri="{FF2B5EF4-FFF2-40B4-BE49-F238E27FC236}">
                <a16:creationId xmlns:a16="http://schemas.microsoft.com/office/drawing/2014/main" id="{1902597A-9869-5CFC-6FFA-A0A0676FEDCE}"/>
              </a:ext>
            </a:extLst>
          </p:cNvPr>
          <p:cNvSpPr txBox="1"/>
          <p:nvPr/>
        </p:nvSpPr>
        <p:spPr>
          <a:xfrm>
            <a:off x="16243404" y="7544661"/>
            <a:ext cx="6110968" cy="707886"/>
          </a:xfrm>
          <a:prstGeom prst="rect">
            <a:avLst/>
          </a:prstGeom>
          <a:noFill/>
        </p:spPr>
        <p:txBody>
          <a:bodyPr wrap="none" rtlCol="0">
            <a:spAutoFit/>
          </a:bodyPr>
          <a:lstStyle/>
          <a:p>
            <a:r>
              <a:rPr lang="en-US" sz="4000" dirty="0">
                <a:latin typeface="UCL Sans" panose="020B0604020202020204" charset="0"/>
                <a:ea typeface="Sans Serif Collection" panose="020B0502040504020204" pitchFamily="34" charset="0"/>
                <a:cs typeface="Sans Serif Collection" panose="020B0502040504020204" pitchFamily="34" charset="0"/>
              </a:rPr>
              <a:t>Dipole Moment Surfaces</a:t>
            </a:r>
            <a:endParaRPr lang="en-GB" sz="40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63" name="TextBox 62">
            <a:extLst>
              <a:ext uri="{FF2B5EF4-FFF2-40B4-BE49-F238E27FC236}">
                <a16:creationId xmlns:a16="http://schemas.microsoft.com/office/drawing/2014/main" id="{58787F04-818F-1249-A8F7-87D678B88A70}"/>
              </a:ext>
            </a:extLst>
          </p:cNvPr>
          <p:cNvSpPr txBox="1"/>
          <p:nvPr/>
        </p:nvSpPr>
        <p:spPr>
          <a:xfrm>
            <a:off x="24516004" y="7516498"/>
            <a:ext cx="3398687" cy="707886"/>
          </a:xfrm>
          <a:prstGeom prst="rect">
            <a:avLst/>
          </a:prstGeom>
          <a:noFill/>
        </p:spPr>
        <p:txBody>
          <a:bodyPr wrap="none" rtlCol="0">
            <a:spAutoFit/>
          </a:bodyPr>
          <a:lstStyle/>
          <a:p>
            <a:r>
              <a:rPr lang="en-US" sz="4000" dirty="0">
                <a:latin typeface="UCL Sans" panose="020B0604020202020204" charset="0"/>
                <a:ea typeface="Sans Serif Collection" panose="020B0502040504020204" pitchFamily="34" charset="0"/>
                <a:cs typeface="Sans Serif Collection" panose="020B0502040504020204" pitchFamily="34" charset="0"/>
              </a:rPr>
              <a:t>Stick Spectra</a:t>
            </a:r>
            <a:endParaRPr lang="en-GB" sz="40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64" name="TextBox 63">
            <a:extLst>
              <a:ext uri="{FF2B5EF4-FFF2-40B4-BE49-F238E27FC236}">
                <a16:creationId xmlns:a16="http://schemas.microsoft.com/office/drawing/2014/main" id="{A842B573-E970-E001-03AD-77D2150D6D23}"/>
              </a:ext>
            </a:extLst>
          </p:cNvPr>
          <p:cNvSpPr txBox="1"/>
          <p:nvPr/>
        </p:nvSpPr>
        <p:spPr>
          <a:xfrm>
            <a:off x="8211250" y="25538827"/>
            <a:ext cx="7164163" cy="2739211"/>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UCL Sans" panose="020B0604020202020204" charset="0"/>
                <a:ea typeface="Sans Serif Collection" panose="020B0502040504020204" pitchFamily="34" charset="0"/>
                <a:cs typeface="Sans Serif Collection" panose="020B0502040504020204" pitchFamily="34" charset="0"/>
              </a:rPr>
              <a:t>Fit PES has root-mean-square error of 2 cm</a:t>
            </a:r>
            <a:r>
              <a:rPr lang="en-US" sz="2400" baseline="30000" dirty="0">
                <a:latin typeface="UCL Sans" panose="020B0604020202020204" charset="0"/>
                <a:ea typeface="Sans Serif Collection" panose="020B0502040504020204" pitchFamily="34" charset="0"/>
                <a:cs typeface="Sans Serif Collection" panose="020B0502040504020204" pitchFamily="34" charset="0"/>
              </a:rPr>
              <a:t>-1</a:t>
            </a:r>
            <a:r>
              <a:rPr lang="en-US" sz="2400" dirty="0">
                <a:latin typeface="UCL Sans" panose="020B0604020202020204" charset="0"/>
                <a:ea typeface="Sans Serif Collection" panose="020B0502040504020204" pitchFamily="34" charset="0"/>
                <a:cs typeface="Sans Serif Collection" panose="020B0502040504020204" pitchFamily="34" charset="0"/>
              </a:rPr>
              <a:t> for energies under 18,000 cm</a:t>
            </a:r>
            <a:r>
              <a:rPr lang="en-US" sz="2400" baseline="30000" dirty="0">
                <a:latin typeface="UCL Sans" panose="020B0604020202020204" charset="0"/>
                <a:ea typeface="Sans Serif Collection" panose="020B0502040504020204" pitchFamily="34" charset="0"/>
                <a:cs typeface="Sans Serif Collection" panose="020B0502040504020204" pitchFamily="34" charset="0"/>
              </a:rPr>
              <a:t>-1</a:t>
            </a:r>
            <a:r>
              <a:rPr lang="en-US" sz="2400" dirty="0">
                <a:latin typeface="UCL Sans" panose="020B0604020202020204" charset="0"/>
                <a:ea typeface="Sans Serif Collection" panose="020B0502040504020204" pitchFamily="34" charset="0"/>
                <a:cs typeface="Sans Serif Collection" panose="020B0502040504020204" pitchFamily="34" charset="0"/>
              </a:rPr>
              <a:t> .</a:t>
            </a:r>
          </a:p>
          <a:p>
            <a:pPr marL="457200" indent="-457200" algn="just">
              <a:buFont typeface="Arial" panose="020B0604020202020204" pitchFamily="34" charset="0"/>
              <a:buChar char="•"/>
            </a:pPr>
            <a:endParaRPr lang="en-US" sz="2400" dirty="0">
              <a:latin typeface="UCL Sans" panose="020B0604020202020204" charset="0"/>
              <a:ea typeface="Sans Serif Collection" panose="020B0502040504020204" pitchFamily="34" charset="0"/>
              <a:cs typeface="Sans Serif Collection" panose="020B0502040504020204" pitchFamily="34" charset="0"/>
            </a:endParaRPr>
          </a:p>
          <a:p>
            <a:pPr marL="457200" indent="-457200" algn="just">
              <a:buFont typeface="Arial" panose="020B0604020202020204" pitchFamily="34" charset="0"/>
              <a:buChar char="•"/>
            </a:pPr>
            <a:r>
              <a:rPr lang="en-US" sz="2400" dirty="0">
                <a:latin typeface="UCL Sans" panose="020B0604020202020204" charset="0"/>
                <a:ea typeface="Sans Serif Collection" panose="020B0502040504020204" pitchFamily="34" charset="0"/>
                <a:cs typeface="Sans Serif Collection" panose="020B0502040504020204" pitchFamily="34" charset="0"/>
              </a:rPr>
              <a:t>Molecule appears relatively rigid (stiff bending), we can use non-singular methods to perform variational calculations.  </a:t>
            </a:r>
          </a:p>
          <a:p>
            <a:pPr marL="457200" indent="-457200" algn="just">
              <a:buFont typeface="Arial" panose="020B0604020202020204" pitchFamily="34" charset="0"/>
              <a:buChar char="•"/>
            </a:pP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65" name="TextBox 64">
            <a:extLst>
              <a:ext uri="{FF2B5EF4-FFF2-40B4-BE49-F238E27FC236}">
                <a16:creationId xmlns:a16="http://schemas.microsoft.com/office/drawing/2014/main" id="{0FEF1BC9-D675-8D35-6E78-0552C0AB47CD}"/>
              </a:ext>
            </a:extLst>
          </p:cNvPr>
          <p:cNvSpPr txBox="1"/>
          <p:nvPr/>
        </p:nvSpPr>
        <p:spPr>
          <a:xfrm>
            <a:off x="8824970" y="8408731"/>
            <a:ext cx="6096541" cy="954107"/>
          </a:xfrm>
          <a:prstGeom prst="rect">
            <a:avLst/>
          </a:prstGeom>
          <a:noFill/>
        </p:spPr>
        <p:txBody>
          <a:bodyPr wrap="square" rtlCol="0">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7770 </a:t>
            </a:r>
            <a:r>
              <a:rPr lang="en-US" sz="2800" i="1" dirty="0">
                <a:latin typeface="UCL Sans" panose="020B0604020202020204" charset="0"/>
                <a:ea typeface="Sans Serif Collection" panose="020B0502040504020204" pitchFamily="34" charset="0"/>
                <a:cs typeface="Sans Serif Collection" panose="020B0502040504020204" pitchFamily="34" charset="0"/>
              </a:rPr>
              <a:t>ab initio </a:t>
            </a:r>
            <a:r>
              <a:rPr lang="en-US" sz="2800" dirty="0">
                <a:latin typeface="UCL Sans" panose="020B0604020202020204" charset="0"/>
                <a:ea typeface="Sans Serif Collection" panose="020B0502040504020204" pitchFamily="34" charset="0"/>
                <a:cs typeface="Sans Serif Collection" panose="020B0502040504020204" pitchFamily="34" charset="0"/>
              </a:rPr>
              <a:t>points computed with CCSD(T)-F12/cc-pVQZ-F12a</a:t>
            </a:r>
          </a:p>
        </p:txBody>
      </p:sp>
      <p:sp>
        <p:nvSpPr>
          <p:cNvPr id="66" name="TextBox 65">
            <a:extLst>
              <a:ext uri="{FF2B5EF4-FFF2-40B4-BE49-F238E27FC236}">
                <a16:creationId xmlns:a16="http://schemas.microsoft.com/office/drawing/2014/main" id="{81BE31E0-3636-8803-0A27-04FB6FE9CD5F}"/>
              </a:ext>
            </a:extLst>
          </p:cNvPr>
          <p:cNvSpPr txBox="1"/>
          <p:nvPr/>
        </p:nvSpPr>
        <p:spPr>
          <a:xfrm>
            <a:off x="16313564" y="8408731"/>
            <a:ext cx="6096541" cy="954107"/>
          </a:xfrm>
          <a:prstGeom prst="rect">
            <a:avLst/>
          </a:prstGeom>
          <a:noFill/>
        </p:spPr>
        <p:txBody>
          <a:bodyPr wrap="square" rtlCol="0">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Same grid as the PES computed with CCSD(T)/aug-cc-pV(5+d)Z</a:t>
            </a:r>
          </a:p>
        </p:txBody>
      </p:sp>
      <p:sp>
        <p:nvSpPr>
          <p:cNvPr id="67" name="TextBox 66">
            <a:extLst>
              <a:ext uri="{FF2B5EF4-FFF2-40B4-BE49-F238E27FC236}">
                <a16:creationId xmlns:a16="http://schemas.microsoft.com/office/drawing/2014/main" id="{23A77049-3396-8A6A-A08E-5C39D3DC9679}"/>
              </a:ext>
            </a:extLst>
          </p:cNvPr>
          <p:cNvSpPr txBox="1"/>
          <p:nvPr/>
        </p:nvSpPr>
        <p:spPr>
          <a:xfrm>
            <a:off x="23299066" y="8402610"/>
            <a:ext cx="5630585" cy="949238"/>
          </a:xfrm>
          <a:prstGeom prst="rect">
            <a:avLst/>
          </a:prstGeom>
          <a:noFill/>
        </p:spPr>
        <p:txBody>
          <a:bodyPr wrap="square" rtlCol="0">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Rotational stick spectra of the fundamental vibrational modes</a:t>
            </a:r>
          </a:p>
        </p:txBody>
      </p:sp>
      <p:sp>
        <p:nvSpPr>
          <p:cNvPr id="68" name="TextBox 67">
            <a:extLst>
              <a:ext uri="{FF2B5EF4-FFF2-40B4-BE49-F238E27FC236}">
                <a16:creationId xmlns:a16="http://schemas.microsoft.com/office/drawing/2014/main" id="{E866E6FE-5A02-E962-6ECA-2521E2A3FEEF}"/>
              </a:ext>
            </a:extLst>
          </p:cNvPr>
          <p:cNvSpPr txBox="1"/>
          <p:nvPr/>
        </p:nvSpPr>
        <p:spPr>
          <a:xfrm>
            <a:off x="15824057" y="25538913"/>
            <a:ext cx="6525681" cy="2000548"/>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UCL Sans" panose="020B0604020202020204" charset="0"/>
                <a:ea typeface="Sans Serif Collection" panose="020B0502040504020204" pitchFamily="34" charset="0"/>
                <a:cs typeface="Sans Serif Collection" panose="020B0502040504020204" pitchFamily="34" charset="0"/>
              </a:rPr>
              <a:t>Dipole values calculated oriented with respect to the Cartesian axis given. </a:t>
            </a:r>
          </a:p>
          <a:p>
            <a:pPr marL="457200" indent="-457200" algn="just">
              <a:buFont typeface="Arial" panose="020B0604020202020204" pitchFamily="34" charset="0"/>
              <a:buChar char="•"/>
            </a:pPr>
            <a:endParaRPr lang="en-US" sz="2400" dirty="0">
              <a:latin typeface="UCL Sans" panose="020B0604020202020204" charset="0"/>
              <a:ea typeface="Sans Serif Collection" panose="020B0502040504020204" pitchFamily="34" charset="0"/>
              <a:cs typeface="Sans Serif Collection" panose="020B0502040504020204" pitchFamily="34" charset="0"/>
            </a:endParaRPr>
          </a:p>
          <a:p>
            <a:pPr marL="457200" indent="-457200" algn="just">
              <a:buFont typeface="Arial" panose="020B0604020202020204" pitchFamily="34" charset="0"/>
              <a:buChar char="•"/>
            </a:pPr>
            <a:r>
              <a:rPr lang="en-US" sz="2400" dirty="0">
                <a:latin typeface="UCL Sans" panose="020B0604020202020204" charset="0"/>
                <a:ea typeface="Sans Serif Collection" panose="020B0502040504020204" pitchFamily="34" charset="0"/>
                <a:cs typeface="Sans Serif Collection" panose="020B0502040504020204" pitchFamily="34" charset="0"/>
              </a:rPr>
              <a:t>Fitted to a Taylor-series type expansion.</a:t>
            </a:r>
          </a:p>
          <a:p>
            <a:pPr marL="457200" indent="-457200" algn="just">
              <a:buFont typeface="Arial" panose="020B0604020202020204" pitchFamily="34" charset="0"/>
              <a:buChar char="•"/>
            </a:pP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69" name="TextBox 68">
            <a:extLst>
              <a:ext uri="{FF2B5EF4-FFF2-40B4-BE49-F238E27FC236}">
                <a16:creationId xmlns:a16="http://schemas.microsoft.com/office/drawing/2014/main" id="{8AC0F08D-70CA-1DDC-6E60-3CAF16EC5380}"/>
              </a:ext>
            </a:extLst>
          </p:cNvPr>
          <p:cNvSpPr txBox="1"/>
          <p:nvPr/>
        </p:nvSpPr>
        <p:spPr>
          <a:xfrm>
            <a:off x="22670174" y="25546807"/>
            <a:ext cx="6777654" cy="1569660"/>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UCL Sans" panose="020B0604020202020204" charset="0"/>
                <a:ea typeface="Sans Serif Collection" panose="020B0502040504020204" pitchFamily="34" charset="0"/>
                <a:cs typeface="Sans Serif Collection" panose="020B0502040504020204" pitchFamily="34" charset="0"/>
              </a:rPr>
              <a:t>The first and third fundamental modes have been experimentally measured, but not the second, despite intensity seeming higher.</a:t>
            </a:r>
            <a:endParaRPr lang="en-GB" sz="24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86" name="Rectangle 85">
            <a:extLst>
              <a:ext uri="{FF2B5EF4-FFF2-40B4-BE49-F238E27FC236}">
                <a16:creationId xmlns:a16="http://schemas.microsoft.com/office/drawing/2014/main" id="{1A992A0D-F057-82BF-CC69-8D84D2DCAB7A}"/>
              </a:ext>
            </a:extLst>
          </p:cNvPr>
          <p:cNvSpPr/>
          <p:nvPr/>
        </p:nvSpPr>
        <p:spPr>
          <a:xfrm>
            <a:off x="723388" y="16314331"/>
            <a:ext cx="7000254" cy="1168768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0" name="Group 19">
            <a:extLst>
              <a:ext uri="{FF2B5EF4-FFF2-40B4-BE49-F238E27FC236}">
                <a16:creationId xmlns:a16="http://schemas.microsoft.com/office/drawing/2014/main" id="{937FCB11-E609-E47E-9F27-F96760750903}"/>
              </a:ext>
            </a:extLst>
          </p:cNvPr>
          <p:cNvGrpSpPr>
            <a:grpSpLocks/>
          </p:cNvGrpSpPr>
          <p:nvPr/>
        </p:nvGrpSpPr>
        <p:grpSpPr>
          <a:xfrm>
            <a:off x="1156257" y="17435273"/>
            <a:ext cx="6243647" cy="3778948"/>
            <a:chOff x="2529884" y="1485419"/>
            <a:chExt cx="4296945" cy="2600713"/>
          </a:xfrm>
        </p:grpSpPr>
        <p:sp>
          <p:nvSpPr>
            <p:cNvPr id="21" name="Arc 20">
              <a:extLst>
                <a:ext uri="{FF2B5EF4-FFF2-40B4-BE49-F238E27FC236}">
                  <a16:creationId xmlns:a16="http://schemas.microsoft.com/office/drawing/2014/main" id="{BC9A2100-88F2-6621-3FE3-3785A9E5646C}"/>
                </a:ext>
              </a:extLst>
            </p:cNvPr>
            <p:cNvSpPr>
              <a:spLocks/>
            </p:cNvSpPr>
            <p:nvPr/>
          </p:nvSpPr>
          <p:spPr>
            <a:xfrm rot="8449048">
              <a:off x="3917299" y="1485419"/>
              <a:ext cx="1451378" cy="1431365"/>
            </a:xfrm>
            <a:prstGeom prst="arc">
              <a:avLst>
                <a:gd name="adj1" fmla="val 15496379"/>
                <a:gd name="adj2" fmla="val 21546438"/>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22" name="Straight Connector 21">
              <a:extLst>
                <a:ext uri="{FF2B5EF4-FFF2-40B4-BE49-F238E27FC236}">
                  <a16:creationId xmlns:a16="http://schemas.microsoft.com/office/drawing/2014/main" id="{1CF6F3F6-308B-3490-99B4-A2B9D073B997}"/>
                </a:ext>
              </a:extLst>
            </p:cNvPr>
            <p:cNvCxnSpPr>
              <a:cxnSpLocks/>
            </p:cNvCxnSpPr>
            <p:nvPr/>
          </p:nvCxnSpPr>
          <p:spPr>
            <a:xfrm flipV="1">
              <a:off x="2966957" y="2201101"/>
              <a:ext cx="1667245" cy="1419922"/>
            </a:xfrm>
            <a:prstGeom prst="line">
              <a:avLst/>
            </a:prstGeom>
            <a:ln w="38100"/>
          </p:spPr>
          <p:style>
            <a:lnRef idx="2">
              <a:schemeClr val="dk1"/>
            </a:lnRef>
            <a:fillRef idx="0">
              <a:schemeClr val="dk1"/>
            </a:fillRef>
            <a:effectRef idx="1">
              <a:schemeClr val="dk1"/>
            </a:effectRef>
            <a:fontRef idx="minor">
              <a:schemeClr val="tx1"/>
            </a:fontRef>
          </p:style>
        </p:cxnSp>
        <p:sp>
          <p:nvSpPr>
            <p:cNvPr id="23" name="Oval 22">
              <a:extLst>
                <a:ext uri="{FF2B5EF4-FFF2-40B4-BE49-F238E27FC236}">
                  <a16:creationId xmlns:a16="http://schemas.microsoft.com/office/drawing/2014/main" id="{21624789-B162-564A-D804-601759496F6A}"/>
                </a:ext>
              </a:extLst>
            </p:cNvPr>
            <p:cNvSpPr>
              <a:spLocks/>
            </p:cNvSpPr>
            <p:nvPr/>
          </p:nvSpPr>
          <p:spPr>
            <a:xfrm>
              <a:off x="2529884" y="3146770"/>
              <a:ext cx="874146" cy="930217"/>
            </a:xfrm>
            <a:prstGeom prst="ellipse">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H</a:t>
              </a:r>
            </a:p>
          </p:txBody>
        </p:sp>
        <p:cxnSp>
          <p:nvCxnSpPr>
            <p:cNvPr id="24" name="Straight Connector 23">
              <a:extLst>
                <a:ext uri="{FF2B5EF4-FFF2-40B4-BE49-F238E27FC236}">
                  <a16:creationId xmlns:a16="http://schemas.microsoft.com/office/drawing/2014/main" id="{24447CE6-A98C-8B77-FFF8-3A9BC976842A}"/>
                </a:ext>
              </a:extLst>
            </p:cNvPr>
            <p:cNvCxnSpPr>
              <a:cxnSpLocks/>
            </p:cNvCxnSpPr>
            <p:nvPr/>
          </p:nvCxnSpPr>
          <p:spPr>
            <a:xfrm flipH="1" flipV="1">
              <a:off x="4634202" y="2201101"/>
              <a:ext cx="1755554" cy="1419922"/>
            </a:xfrm>
            <a:prstGeom prst="line">
              <a:avLst/>
            </a:prstGeom>
            <a:ln w="38100"/>
          </p:spPr>
          <p:style>
            <a:lnRef idx="2">
              <a:schemeClr val="dk1"/>
            </a:lnRef>
            <a:fillRef idx="0">
              <a:schemeClr val="dk1"/>
            </a:fillRef>
            <a:effectRef idx="1">
              <a:schemeClr val="dk1"/>
            </a:effectRef>
            <a:fontRef idx="minor">
              <a:schemeClr val="tx1"/>
            </a:fontRef>
          </p:style>
        </p:cxnSp>
        <p:sp>
          <p:nvSpPr>
            <p:cNvPr id="25" name="Oval 24">
              <a:extLst>
                <a:ext uri="{FF2B5EF4-FFF2-40B4-BE49-F238E27FC236}">
                  <a16:creationId xmlns:a16="http://schemas.microsoft.com/office/drawing/2014/main" id="{6FED9E15-1DF3-3E9A-DC03-75C60D9A3B2D}"/>
                </a:ext>
              </a:extLst>
            </p:cNvPr>
            <p:cNvSpPr>
              <a:spLocks/>
            </p:cNvSpPr>
            <p:nvPr/>
          </p:nvSpPr>
          <p:spPr>
            <a:xfrm>
              <a:off x="4197129" y="1735993"/>
              <a:ext cx="874146" cy="930217"/>
            </a:xfrm>
            <a:prstGeom prst="ellipse">
              <a:avLst/>
            </a:prstGeom>
            <a:solidFill>
              <a:srgbClr val="8826C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P</a:t>
              </a:r>
            </a:p>
          </p:txBody>
        </p:sp>
        <p:sp>
          <p:nvSpPr>
            <p:cNvPr id="26" name="Oval 25">
              <a:extLst>
                <a:ext uri="{FF2B5EF4-FFF2-40B4-BE49-F238E27FC236}">
                  <a16:creationId xmlns:a16="http://schemas.microsoft.com/office/drawing/2014/main" id="{22A94AAE-EEE2-E871-14D2-21D0F78C9983}"/>
                </a:ext>
              </a:extLst>
            </p:cNvPr>
            <p:cNvSpPr>
              <a:spLocks/>
            </p:cNvSpPr>
            <p:nvPr/>
          </p:nvSpPr>
          <p:spPr>
            <a:xfrm>
              <a:off x="5952683" y="3155915"/>
              <a:ext cx="874146" cy="930217"/>
            </a:xfrm>
            <a:prstGeom prst="ellipse">
              <a:avLst/>
            </a:prstGeom>
            <a:solidFill>
              <a:srgbClr val="D935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O</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DCB4117-7C2E-D3F2-AAD7-EA62DCB1AC40}"/>
                    </a:ext>
                  </a:extLst>
                </p:cNvPr>
                <p:cNvSpPr txBox="1">
                  <a:spLocks/>
                </p:cNvSpPr>
                <p:nvPr/>
              </p:nvSpPr>
              <p:spPr>
                <a:xfrm>
                  <a:off x="5247261" y="2536757"/>
                  <a:ext cx="1005887" cy="283502"/>
                </a:xfrm>
                <a:prstGeom prst="rect">
                  <a:avLst/>
                </a:prstGeom>
                <a:noFill/>
              </p:spPr>
              <p:txBody>
                <a:bodyPr wrap="square" rtlCol="0">
                  <a:spAutoFit/>
                </a:bodyPr>
                <a:lstStyle/>
                <a:p>
                  <a:pPr/>
                  <a14:m>
                    <m:oMathPara xmlns:m="http://schemas.openxmlformats.org/officeDocument/2006/math">
                      <m:oMath>
                        <m:r>
                          <a:rPr lang="en-US" sz="2400" b="0" i="0" smtClean="0">
                            <a:latin typeface="Cambria Math" panose="02040503050406030204" pitchFamily="18" charset="0"/>
                            <a:cs typeface="Times New Roman" panose="02020603050405020304" pitchFamily="18" charset="0"/>
                          </a:rPr>
                          <m:t>1.484 </m:t>
                        </m:r>
                        <m:r>
                          <m:rPr>
                            <m:sty m:val="p"/>
                          </m:rPr>
                          <a:rPr lang="en-US" sz="2400" b="0" i="1" smtClean="0">
                            <a:latin typeface="Cambria Math" panose="02040503050406030204" pitchFamily="18" charset="0"/>
                            <a:cs typeface="Times New Roman" panose="02020603050405020304" pitchFamily="18" charset="0"/>
                          </a:rPr>
                          <m:t>Å</m:t>
                        </m:r>
                      </m:oMath>
                    </m:oMathPara>
                  </a14:m>
                  <a:endParaRPr lang="en-GB" sz="2400" dirty="0">
                    <a:latin typeface="Times New Roman" panose="02020603050405020304" pitchFamily="18" charset="0"/>
                    <a:cs typeface="Times New Roman" panose="02020603050405020304" pitchFamily="18" charset="0"/>
                  </a:endParaRPr>
                </a:p>
              </p:txBody>
            </p:sp>
          </mc:Choice>
          <mc:Fallback xmlns="">
            <p:sp>
              <p:nvSpPr>
                <p:cNvPr id="30" name="TextBox 29">
                  <a:extLst>
                    <a:ext uri="{FF2B5EF4-FFF2-40B4-BE49-F238E27FC236}">
                      <a16:creationId xmlns:a16="http://schemas.microsoft.com/office/drawing/2014/main" id="{C8F7EE3F-0556-83B2-9D61-E939E3ACB9C1}"/>
                    </a:ext>
                  </a:extLst>
                </p:cNvPr>
                <p:cNvSpPr txBox="1">
                  <a:spLocks noRot="1" noChangeAspect="1" noMove="1" noResize="1" noEditPoints="1" noAdjustHandles="1" noChangeArrowheads="1" noChangeShapeType="1" noTextEdit="1"/>
                </p:cNvSpPr>
                <p:nvPr/>
              </p:nvSpPr>
              <p:spPr>
                <a:xfrm>
                  <a:off x="5247261" y="2536757"/>
                  <a:ext cx="1005887" cy="283502"/>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5F6A642-E694-512C-AD01-1CE09B91058C}"/>
                    </a:ext>
                  </a:extLst>
                </p:cNvPr>
                <p:cNvSpPr txBox="1">
                  <a:spLocks/>
                </p:cNvSpPr>
                <p:nvPr/>
              </p:nvSpPr>
              <p:spPr>
                <a:xfrm>
                  <a:off x="3032827" y="2481544"/>
                  <a:ext cx="1005887" cy="283502"/>
                </a:xfrm>
                <a:prstGeom prst="rect">
                  <a:avLst/>
                </a:prstGeom>
                <a:noFill/>
              </p:spPr>
              <p:txBody>
                <a:bodyPr wrap="square" rtlCol="0">
                  <a:spAutoFit/>
                </a:bodyPr>
                <a:lstStyle/>
                <a:p>
                  <a:pPr/>
                  <a14:m>
                    <m:oMathPara xmlns:m="http://schemas.openxmlformats.org/officeDocument/2006/math">
                      <m:oMath>
                        <m:r>
                          <a:rPr lang="en-US" sz="2400" b="0" i="0" smtClean="0">
                            <a:latin typeface="Cambria Math" panose="02040503050406030204" pitchFamily="18" charset="0"/>
                            <a:cs typeface="Times New Roman" panose="02020603050405020304" pitchFamily="18" charset="0"/>
                          </a:rPr>
                          <m:t>1.455 </m:t>
                        </m:r>
                        <m:r>
                          <m:rPr>
                            <m:sty m:val="p"/>
                          </m:rPr>
                          <a:rPr lang="en-US" sz="2400" b="0" i="1" smtClean="0">
                            <a:latin typeface="Cambria Math" panose="02040503050406030204" pitchFamily="18" charset="0"/>
                            <a:cs typeface="Times New Roman" panose="02020603050405020304" pitchFamily="18" charset="0"/>
                          </a:rPr>
                          <m:t>Å</m:t>
                        </m:r>
                      </m:oMath>
                    </m:oMathPara>
                  </a14:m>
                  <a:endParaRPr lang="en-GB" sz="2400" dirty="0">
                    <a:latin typeface="Times New Roman" panose="02020603050405020304" pitchFamily="18" charset="0"/>
                    <a:cs typeface="Times New Roman" panose="02020603050405020304" pitchFamily="18" charset="0"/>
                  </a:endParaRPr>
                </a:p>
              </p:txBody>
            </p:sp>
          </mc:Choice>
          <mc:Fallback xmlns="">
            <p:sp>
              <p:nvSpPr>
                <p:cNvPr id="31" name="TextBox 30">
                  <a:extLst>
                    <a:ext uri="{FF2B5EF4-FFF2-40B4-BE49-F238E27FC236}">
                      <a16:creationId xmlns:a16="http://schemas.microsoft.com/office/drawing/2014/main" id="{89BBEEB5-ACEE-A784-0DFF-E9EC93EE84D4}"/>
                    </a:ext>
                  </a:extLst>
                </p:cNvPr>
                <p:cNvSpPr txBox="1">
                  <a:spLocks noRot="1" noChangeAspect="1" noMove="1" noResize="1" noEditPoints="1" noAdjustHandles="1" noChangeArrowheads="1" noChangeShapeType="1" noTextEdit="1"/>
                </p:cNvSpPr>
                <p:nvPr/>
              </p:nvSpPr>
              <p:spPr>
                <a:xfrm>
                  <a:off x="3032827" y="2481544"/>
                  <a:ext cx="1005887" cy="283502"/>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518C604-913D-1803-6CBE-D1416DEC7354}"/>
                    </a:ext>
                  </a:extLst>
                </p:cNvPr>
                <p:cNvSpPr txBox="1">
                  <a:spLocks/>
                </p:cNvSpPr>
                <p:nvPr/>
              </p:nvSpPr>
              <p:spPr>
                <a:xfrm>
                  <a:off x="4175413" y="2932664"/>
                  <a:ext cx="1005887" cy="272671"/>
                </a:xfrm>
                <a:prstGeom prst="rect">
                  <a:avLst/>
                </a:prstGeom>
                <a:noFill/>
              </p:spPr>
              <p:txBody>
                <a:bodyPr wrap="square" rtlCol="0">
                  <a:spAutoFit/>
                </a:bodyPr>
                <a:lstStyle/>
                <a:p>
                  <a:pPr/>
                  <a14:m>
                    <m:oMathPara xmlns:m="http://schemas.openxmlformats.org/officeDocument/2006/math">
                      <m:o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104.4</m:t>
                            </m:r>
                          </m:e>
                          <m:sup>
                            <m:r>
                              <a:rPr lang="en-US" sz="2400" b="0" i="1" smtClean="0">
                                <a:latin typeface="Cambria Math" panose="02040503050406030204" pitchFamily="18" charset="0"/>
                                <a:cs typeface="Times New Roman" panose="02020603050405020304" pitchFamily="18" charset="0"/>
                              </a:rPr>
                              <m:t>∘</m:t>
                            </m:r>
                          </m:sup>
                        </m:sSup>
                      </m:oMath>
                    </m:oMathPara>
                  </a14:m>
                  <a:endParaRPr lang="en-GB" sz="2400" dirty="0">
                    <a:latin typeface="Times New Roman" panose="02020603050405020304" pitchFamily="18"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2CF7DD42-5A6C-2283-9C82-033F1FDF8092}"/>
                    </a:ext>
                  </a:extLst>
                </p:cNvPr>
                <p:cNvSpPr txBox="1">
                  <a:spLocks noRot="1" noChangeAspect="1" noMove="1" noResize="1" noEditPoints="1" noAdjustHandles="1" noChangeArrowheads="1" noChangeShapeType="1" noTextEdit="1"/>
                </p:cNvSpPr>
                <p:nvPr/>
              </p:nvSpPr>
              <p:spPr>
                <a:xfrm>
                  <a:off x="4175413" y="2932664"/>
                  <a:ext cx="1005887" cy="272671"/>
                </a:xfrm>
                <a:prstGeom prst="rect">
                  <a:avLst/>
                </a:prstGeom>
                <a:blipFill>
                  <a:blip r:embed="rId17"/>
                  <a:stretch>
                    <a:fillRect b="-12308"/>
                  </a:stretch>
                </a:blipFill>
              </p:spPr>
              <p:txBody>
                <a:bodyPr/>
                <a:lstStyle/>
                <a:p>
                  <a:r>
                    <a:rPr lang="en-GB">
                      <a:noFill/>
                    </a:rPr>
                    <a:t> </a:t>
                  </a:r>
                </a:p>
              </p:txBody>
            </p:sp>
          </mc:Fallback>
        </mc:AlternateContent>
      </p:grpSp>
      <p:sp>
        <p:nvSpPr>
          <p:cNvPr id="31" name="TextBox 30">
            <a:extLst>
              <a:ext uri="{FF2B5EF4-FFF2-40B4-BE49-F238E27FC236}">
                <a16:creationId xmlns:a16="http://schemas.microsoft.com/office/drawing/2014/main" id="{6DA04646-425E-FCD0-F70F-EDAC38AA61AE}"/>
              </a:ext>
            </a:extLst>
          </p:cNvPr>
          <p:cNvSpPr txBox="1"/>
          <p:nvPr/>
        </p:nvSpPr>
        <p:spPr>
          <a:xfrm>
            <a:off x="1248177" y="21715612"/>
            <a:ext cx="6604524" cy="954107"/>
          </a:xfrm>
          <a:prstGeom prst="rect">
            <a:avLst/>
          </a:prstGeom>
          <a:noFill/>
        </p:spPr>
        <p:txBody>
          <a:bodyPr wrap="square" rtlCol="0">
            <a:spAutoFit/>
          </a:bodyPr>
          <a:lstStyle/>
          <a:p>
            <a:r>
              <a:rPr lang="en-US" sz="2800" dirty="0">
                <a:latin typeface="UCL Sans" panose="020B0604020202020204" charset="0"/>
                <a:ea typeface="Sans Serif Collection" panose="020B0502040504020204" pitchFamily="34" charset="0"/>
                <a:cs typeface="Sans Serif Collection" panose="020B0502040504020204" pitchFamily="34" charset="0"/>
              </a:rPr>
              <a:t>We use the internal coordinates and Cartesian axis as presented:</a:t>
            </a: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grpSp>
        <p:nvGrpSpPr>
          <p:cNvPr id="32" name="Group 31">
            <a:extLst>
              <a:ext uri="{FF2B5EF4-FFF2-40B4-BE49-F238E27FC236}">
                <a16:creationId xmlns:a16="http://schemas.microsoft.com/office/drawing/2014/main" id="{67CA0752-ADD4-5277-8E91-3016C2C84D16}"/>
              </a:ext>
            </a:extLst>
          </p:cNvPr>
          <p:cNvGrpSpPr/>
          <p:nvPr/>
        </p:nvGrpSpPr>
        <p:grpSpPr>
          <a:xfrm>
            <a:off x="1875928" y="22795945"/>
            <a:ext cx="4662417" cy="4886198"/>
            <a:chOff x="3599376" y="899191"/>
            <a:chExt cx="5178253" cy="5426792"/>
          </a:xfrm>
        </p:grpSpPr>
        <p:sp>
          <p:nvSpPr>
            <p:cNvPr id="33" name="Arc 32">
              <a:extLst>
                <a:ext uri="{FF2B5EF4-FFF2-40B4-BE49-F238E27FC236}">
                  <a16:creationId xmlns:a16="http://schemas.microsoft.com/office/drawing/2014/main" id="{7F4EDEB6-E364-BB77-25ED-DA1856B97697}"/>
                </a:ext>
              </a:extLst>
            </p:cNvPr>
            <p:cNvSpPr/>
            <p:nvPr/>
          </p:nvSpPr>
          <p:spPr>
            <a:xfrm rot="5144585">
              <a:off x="3582434" y="1481558"/>
              <a:ext cx="2457356" cy="2423472"/>
            </a:xfrm>
            <a:prstGeom prst="arc">
              <a:avLst>
                <a:gd name="adj1" fmla="val 15496379"/>
                <a:gd name="adj2" fmla="val 21546438"/>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cxnSp>
          <p:nvCxnSpPr>
            <p:cNvPr id="34" name="Straight Connector 33">
              <a:extLst>
                <a:ext uri="{FF2B5EF4-FFF2-40B4-BE49-F238E27FC236}">
                  <a16:creationId xmlns:a16="http://schemas.microsoft.com/office/drawing/2014/main" id="{C4F1713B-D995-6EA1-6869-A487C79BF0C9}"/>
                </a:ext>
              </a:extLst>
            </p:cNvPr>
            <p:cNvCxnSpPr>
              <a:cxnSpLocks/>
            </p:cNvCxnSpPr>
            <p:nvPr/>
          </p:nvCxnSpPr>
          <p:spPr>
            <a:xfrm flipV="1">
              <a:off x="4937969" y="1686675"/>
              <a:ext cx="3099643" cy="1010479"/>
            </a:xfrm>
            <a:prstGeom prst="line">
              <a:avLst/>
            </a:prstGeom>
            <a:ln w="38100"/>
          </p:spPr>
          <p:style>
            <a:lnRef idx="2">
              <a:schemeClr val="dk1"/>
            </a:lnRef>
            <a:fillRef idx="0">
              <a:schemeClr val="dk1"/>
            </a:fillRef>
            <a:effectRef idx="1">
              <a:schemeClr val="dk1"/>
            </a:effectRef>
            <a:fontRef idx="minor">
              <a:schemeClr val="tx1"/>
            </a:fontRef>
          </p:style>
        </p:cxnSp>
        <p:sp>
          <p:nvSpPr>
            <p:cNvPr id="35" name="Oval 34">
              <a:extLst>
                <a:ext uri="{FF2B5EF4-FFF2-40B4-BE49-F238E27FC236}">
                  <a16:creationId xmlns:a16="http://schemas.microsoft.com/office/drawing/2014/main" id="{FCB5BB6D-BDE7-69DB-F636-4ECFBC289F13}"/>
                </a:ext>
              </a:extLst>
            </p:cNvPr>
            <p:cNvSpPr/>
            <p:nvPr/>
          </p:nvSpPr>
          <p:spPr>
            <a:xfrm>
              <a:off x="7297596" y="899191"/>
              <a:ext cx="1480033" cy="1574968"/>
            </a:xfrm>
            <a:prstGeom prst="ellipse">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H</a:t>
              </a:r>
            </a:p>
          </p:txBody>
        </p:sp>
        <p:cxnSp>
          <p:nvCxnSpPr>
            <p:cNvPr id="36" name="Straight Connector 35">
              <a:extLst>
                <a:ext uri="{FF2B5EF4-FFF2-40B4-BE49-F238E27FC236}">
                  <a16:creationId xmlns:a16="http://schemas.microsoft.com/office/drawing/2014/main" id="{4D491F13-4637-9005-383C-7B0BEBA5D639}"/>
                </a:ext>
              </a:extLst>
            </p:cNvPr>
            <p:cNvCxnSpPr>
              <a:cxnSpLocks/>
            </p:cNvCxnSpPr>
            <p:nvPr/>
          </p:nvCxnSpPr>
          <p:spPr>
            <a:xfrm flipH="1" flipV="1">
              <a:off x="4931455" y="2697154"/>
              <a:ext cx="6514" cy="2926406"/>
            </a:xfrm>
            <a:prstGeom prst="line">
              <a:avLst/>
            </a:prstGeom>
            <a:ln w="38100"/>
          </p:spPr>
          <p:style>
            <a:lnRef idx="2">
              <a:schemeClr val="dk1"/>
            </a:lnRef>
            <a:fillRef idx="0">
              <a:schemeClr val="dk1"/>
            </a:fillRef>
            <a:effectRef idx="1">
              <a:schemeClr val="dk1"/>
            </a:effectRef>
            <a:fontRef idx="minor">
              <a:schemeClr val="tx1"/>
            </a:fontRef>
          </p:style>
        </p:cxnSp>
        <p:sp>
          <p:nvSpPr>
            <p:cNvPr id="37" name="Oval 36">
              <a:extLst>
                <a:ext uri="{FF2B5EF4-FFF2-40B4-BE49-F238E27FC236}">
                  <a16:creationId xmlns:a16="http://schemas.microsoft.com/office/drawing/2014/main" id="{E3CA871B-BC32-C622-C34E-01194E945E88}"/>
                </a:ext>
              </a:extLst>
            </p:cNvPr>
            <p:cNvSpPr/>
            <p:nvPr/>
          </p:nvSpPr>
          <p:spPr>
            <a:xfrm>
              <a:off x="4191440" y="1909671"/>
              <a:ext cx="1480033" cy="1574968"/>
            </a:xfrm>
            <a:prstGeom prst="ellipse">
              <a:avLst/>
            </a:prstGeom>
            <a:solidFill>
              <a:srgbClr val="8826C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P</a:t>
              </a:r>
            </a:p>
          </p:txBody>
        </p:sp>
        <p:sp>
          <p:nvSpPr>
            <p:cNvPr id="38" name="Oval 37">
              <a:extLst>
                <a:ext uri="{FF2B5EF4-FFF2-40B4-BE49-F238E27FC236}">
                  <a16:creationId xmlns:a16="http://schemas.microsoft.com/office/drawing/2014/main" id="{EBD0EF1A-9752-4BF6-EEE2-F95163FED2C8}"/>
                </a:ext>
              </a:extLst>
            </p:cNvPr>
            <p:cNvSpPr/>
            <p:nvPr/>
          </p:nvSpPr>
          <p:spPr>
            <a:xfrm>
              <a:off x="4191439" y="4751015"/>
              <a:ext cx="1480033" cy="1574968"/>
            </a:xfrm>
            <a:prstGeom prst="ellipse">
              <a:avLst/>
            </a:prstGeom>
            <a:solidFill>
              <a:srgbClr val="D935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ahoma" panose="020B0604030504040204" pitchFamily="34" charset="0"/>
                  <a:ea typeface="Tahoma" panose="020B0604030504040204" pitchFamily="34" charset="0"/>
                  <a:cs typeface="Tahoma" panose="020B0604030504040204" pitchFamily="34" charset="0"/>
                </a:rPr>
                <a:t>O</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A308999-3786-2B41-3005-555EC177B68F}"/>
                    </a:ext>
                  </a:extLst>
                </p:cNvPr>
                <p:cNvSpPr txBox="1"/>
                <p:nvPr/>
              </p:nvSpPr>
              <p:spPr>
                <a:xfrm>
                  <a:off x="3728498" y="3670814"/>
                  <a:ext cx="1703087" cy="584775"/>
                </a:xfrm>
                <a:prstGeom prst="rect">
                  <a:avLst/>
                </a:prstGeom>
                <a:noFill/>
              </p:spPr>
              <p:txBody>
                <a:bodyPr wrap="square" rtlCol="0">
                  <a:spAutoFit/>
                </a:bodyPr>
                <a:lstStyle/>
                <a:p>
                  <a:pPr/>
                  <a14:m>
                    <m:oMathPara xmlns:m="http://schemas.openxmlformats.org/officeDocument/2006/math">
                      <m:oMath>
                        <m:sSub>
                          <m:sSubPr>
                            <m:ctrlPr>
                              <a:rPr lang="en-US" sz="3200" b="0" i="1" smtClean="0">
                                <a:latin typeface="Cambria Math" panose="02040503050406030204" pitchFamily="18" charset="0"/>
                                <a:cs typeface="Times New Roman" panose="02020603050405020304" pitchFamily="18" charset="0"/>
                              </a:rPr>
                            </m:ctrlPr>
                          </m:sSubPr>
                          <m:e>
                            <m:r>
                              <a:rPr lang="en-US" sz="3200" b="0" i="1" smtClean="0">
                                <a:latin typeface="Cambria Math" panose="02040503050406030204" pitchFamily="18" charset="0"/>
                                <a:cs typeface="Times New Roman" panose="02020603050405020304" pitchFamily="18" charset="0"/>
                              </a:rPr>
                              <m:t>𝑟</m:t>
                            </m:r>
                          </m:e>
                          <m:sub>
                            <m:r>
                              <a:rPr lang="en-US" sz="3200" b="0" i="1" smtClean="0">
                                <a:latin typeface="Cambria Math" panose="02040503050406030204" pitchFamily="18" charset="0"/>
                                <a:cs typeface="Times New Roman" panose="02020603050405020304" pitchFamily="18" charset="0"/>
                              </a:rPr>
                              <m:t>1</m:t>
                            </m:r>
                          </m:sub>
                        </m:sSub>
                      </m:oMath>
                    </m:oMathPara>
                  </a14:m>
                  <a:endParaRPr lang="en-GB" sz="3200"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24F25F76-B735-47B9-17AD-912F38C1E201}"/>
                    </a:ext>
                  </a:extLst>
                </p:cNvPr>
                <p:cNvSpPr txBox="1">
                  <a:spLocks noRot="1" noChangeAspect="1" noMove="1" noResize="1" noEditPoints="1" noAdjustHandles="1" noChangeArrowheads="1" noChangeShapeType="1" noTextEdit="1"/>
                </p:cNvSpPr>
                <p:nvPr/>
              </p:nvSpPr>
              <p:spPr>
                <a:xfrm>
                  <a:off x="3728498" y="3670814"/>
                  <a:ext cx="1703087" cy="584775"/>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A28441D-7875-338E-7057-8CAB87835D3C}"/>
                    </a:ext>
                  </a:extLst>
                </p:cNvPr>
                <p:cNvSpPr txBox="1"/>
                <p:nvPr/>
              </p:nvSpPr>
              <p:spPr>
                <a:xfrm>
                  <a:off x="5449922" y="1500500"/>
                  <a:ext cx="1703087" cy="584775"/>
                </a:xfrm>
                <a:prstGeom prst="rect">
                  <a:avLst/>
                </a:prstGeom>
                <a:noFill/>
              </p:spPr>
              <p:txBody>
                <a:bodyPr wrap="square" rtlCol="0">
                  <a:spAutoFit/>
                </a:bodyPr>
                <a:lstStyle/>
                <a:p>
                  <a:pPr/>
                  <a14:m>
                    <m:oMathPara xmlns:m="http://schemas.openxmlformats.org/officeDocument/2006/math">
                      <m:oMath>
                        <m:sSub>
                          <m:sSubPr>
                            <m:ctrlPr>
                              <a:rPr lang="en-US" sz="3200" b="0" i="1" smtClean="0">
                                <a:latin typeface="Cambria Math" panose="02040503050406030204" pitchFamily="18" charset="0"/>
                                <a:cs typeface="Times New Roman" panose="02020603050405020304" pitchFamily="18" charset="0"/>
                              </a:rPr>
                            </m:ctrlPr>
                          </m:sSubPr>
                          <m:e>
                            <m:r>
                              <a:rPr lang="en-US" sz="3200" b="0" i="1" smtClean="0">
                                <a:latin typeface="Cambria Math" panose="02040503050406030204" pitchFamily="18" charset="0"/>
                                <a:cs typeface="Times New Roman" panose="02020603050405020304" pitchFamily="18" charset="0"/>
                              </a:rPr>
                              <m:t>𝑟</m:t>
                            </m:r>
                          </m:e>
                          <m:sub>
                            <m:r>
                              <a:rPr lang="en-US" sz="3200" b="0" i="1" smtClean="0">
                                <a:latin typeface="Cambria Math" panose="02040503050406030204" pitchFamily="18" charset="0"/>
                                <a:cs typeface="Times New Roman" panose="02020603050405020304" pitchFamily="18" charset="0"/>
                              </a:rPr>
                              <m:t>2</m:t>
                            </m:r>
                          </m:sub>
                        </m:sSub>
                      </m:oMath>
                    </m:oMathPara>
                  </a14:m>
                  <a:endParaRPr lang="en-GB" sz="3200"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B96DAD34-B892-A690-B0F9-2D4BB9060B75}"/>
                    </a:ext>
                  </a:extLst>
                </p:cNvPr>
                <p:cNvSpPr txBox="1">
                  <a:spLocks noRot="1" noChangeAspect="1" noMove="1" noResize="1" noEditPoints="1" noAdjustHandles="1" noChangeArrowheads="1" noChangeShapeType="1" noTextEdit="1"/>
                </p:cNvSpPr>
                <p:nvPr/>
              </p:nvSpPr>
              <p:spPr>
                <a:xfrm>
                  <a:off x="5449922" y="1500500"/>
                  <a:ext cx="1703087" cy="584775"/>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55AA959-0B42-BE4E-4C9D-E315AC14A3E0}"/>
                    </a:ext>
                  </a:extLst>
                </p:cNvPr>
                <p:cNvSpPr txBox="1"/>
                <p:nvPr/>
              </p:nvSpPr>
              <p:spPr>
                <a:xfrm>
                  <a:off x="5186681" y="3192580"/>
                  <a:ext cx="1703087" cy="584775"/>
                </a:xfrm>
                <a:prstGeom prst="rect">
                  <a:avLst/>
                </a:prstGeom>
                <a:noFill/>
              </p:spPr>
              <p:txBody>
                <a:bodyPr wrap="square" rtlCol="0">
                  <a:spAutoFit/>
                </a:bodyPr>
                <a:lstStyle/>
                <a:p>
                  <a:pPr/>
                  <a14:m>
                    <m:oMathPara xmlns:m="http://schemas.openxmlformats.org/officeDocument/2006/math">
                      <m:oMath>
                        <m:r>
                          <a:rPr lang="en-US" sz="3200" b="0" i="1" smtClean="0">
                            <a:latin typeface="Cambria Math" panose="02040503050406030204" pitchFamily="18" charset="0"/>
                            <a:cs typeface="Times New Roman" panose="02020603050405020304" pitchFamily="18" charset="0"/>
                          </a:rPr>
                          <m:t>𝜃</m:t>
                        </m:r>
                      </m:oMath>
                    </m:oMathPara>
                  </a14:m>
                  <a:endParaRPr lang="en-GB" sz="3200" dirty="0">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A040BF02-FA75-C7E9-C4F3-F7704E26E427}"/>
                    </a:ext>
                  </a:extLst>
                </p:cNvPr>
                <p:cNvSpPr txBox="1">
                  <a:spLocks noRot="1" noChangeAspect="1" noMove="1" noResize="1" noEditPoints="1" noAdjustHandles="1" noChangeArrowheads="1" noChangeShapeType="1" noTextEdit="1"/>
                </p:cNvSpPr>
                <p:nvPr/>
              </p:nvSpPr>
              <p:spPr>
                <a:xfrm>
                  <a:off x="5186681" y="3192580"/>
                  <a:ext cx="1703087" cy="584775"/>
                </a:xfrm>
                <a:prstGeom prst="rect">
                  <a:avLst/>
                </a:prstGeom>
                <a:blipFill>
                  <a:blip r:embed="rId20"/>
                  <a:stretch>
                    <a:fillRect/>
                  </a:stretch>
                </a:blipFill>
              </p:spPr>
              <p:txBody>
                <a:bodyPr/>
                <a:lstStyle/>
                <a:p>
                  <a:r>
                    <a:rPr lang="en-GB">
                      <a:noFill/>
                    </a:rPr>
                    <a:t> </a:t>
                  </a:r>
                </a:p>
              </p:txBody>
            </p:sp>
          </mc:Fallback>
        </mc:AlternateContent>
        <p:grpSp>
          <p:nvGrpSpPr>
            <p:cNvPr id="42" name="Group 41">
              <a:extLst>
                <a:ext uri="{FF2B5EF4-FFF2-40B4-BE49-F238E27FC236}">
                  <a16:creationId xmlns:a16="http://schemas.microsoft.com/office/drawing/2014/main" id="{74901624-B4F4-29BF-4ABB-96A75C6205BE}"/>
                </a:ext>
              </a:extLst>
            </p:cNvPr>
            <p:cNvGrpSpPr/>
            <p:nvPr/>
          </p:nvGrpSpPr>
          <p:grpSpPr>
            <a:xfrm>
              <a:off x="6748363" y="3746943"/>
              <a:ext cx="990759" cy="1022926"/>
              <a:chOff x="6595459" y="3777355"/>
              <a:chExt cx="990759" cy="1022926"/>
            </a:xfrm>
          </p:grpSpPr>
          <p:cxnSp>
            <p:nvCxnSpPr>
              <p:cNvPr id="45" name="Straight Connector 44">
                <a:extLst>
                  <a:ext uri="{FF2B5EF4-FFF2-40B4-BE49-F238E27FC236}">
                    <a16:creationId xmlns:a16="http://schemas.microsoft.com/office/drawing/2014/main" id="{365773F5-C943-B355-D2B7-8700A39F303D}"/>
                  </a:ext>
                </a:extLst>
              </p:cNvPr>
              <p:cNvCxnSpPr>
                <a:cxnSpLocks/>
              </p:cNvCxnSpPr>
              <p:nvPr/>
            </p:nvCxnSpPr>
            <p:spPr>
              <a:xfrm>
                <a:off x="6601809" y="3777355"/>
                <a:ext cx="0" cy="1022926"/>
              </a:xfrm>
              <a:prstGeom prst="line">
                <a:avLst/>
              </a:prstGeom>
              <a:ln w="28575">
                <a:headEnd type="triangle"/>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33A49BFA-F429-5441-7D6B-9CB0B07DA40E}"/>
                  </a:ext>
                </a:extLst>
              </p:cNvPr>
              <p:cNvCxnSpPr>
                <a:cxnSpLocks/>
              </p:cNvCxnSpPr>
              <p:nvPr/>
            </p:nvCxnSpPr>
            <p:spPr>
              <a:xfrm flipH="1">
                <a:off x="6595459" y="4793931"/>
                <a:ext cx="990759" cy="0"/>
              </a:xfrm>
              <a:prstGeom prst="line">
                <a:avLst/>
              </a:prstGeom>
              <a:ln w="28575">
                <a:headEnd type="triangle"/>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8CC6BCE-7996-CD06-6261-473381928434}"/>
                    </a:ext>
                  </a:extLst>
                </p:cNvPr>
                <p:cNvSpPr txBox="1"/>
                <p:nvPr/>
              </p:nvSpPr>
              <p:spPr>
                <a:xfrm>
                  <a:off x="6748139" y="3523948"/>
                  <a:ext cx="687958" cy="580344"/>
                </a:xfrm>
                <a:prstGeom prst="rect">
                  <a:avLst/>
                </a:prstGeom>
                <a:noFill/>
              </p:spPr>
              <p:txBody>
                <a:bodyPr wrap="square">
                  <a:spAutoFit/>
                </a:bodyPr>
                <a:lstStyle/>
                <a:p>
                  <a:pPr algn="ctr"/>
                  <a14:m>
                    <m:oMathPara xmlns:m="http://schemas.openxmlformats.org/officeDocument/2006/math">
                      <m:oMath>
                        <m:r>
                          <a:rPr lang="en-US" sz="2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𝑧</m:t>
                        </m:r>
                      </m:oMath>
                    </m:oMathPara>
                  </a14:m>
                  <a:endParaRPr lang="en-US" sz="3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DD11D703-A88D-45F2-1B23-A16BABC1579C}"/>
                    </a:ext>
                  </a:extLst>
                </p:cNvPr>
                <p:cNvSpPr txBox="1">
                  <a:spLocks noRot="1" noChangeAspect="1" noMove="1" noResize="1" noEditPoints="1" noAdjustHandles="1" noChangeArrowheads="1" noChangeShapeType="1" noTextEdit="1"/>
                </p:cNvSpPr>
                <p:nvPr/>
              </p:nvSpPr>
              <p:spPr>
                <a:xfrm>
                  <a:off x="6748139" y="3523948"/>
                  <a:ext cx="687958" cy="580344"/>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2677761-27E5-E523-0DEB-B162B4B96171}"/>
                    </a:ext>
                  </a:extLst>
                </p:cNvPr>
                <p:cNvSpPr txBox="1"/>
                <p:nvPr/>
              </p:nvSpPr>
              <p:spPr>
                <a:xfrm>
                  <a:off x="7488216" y="4612321"/>
                  <a:ext cx="687958" cy="584775"/>
                </a:xfrm>
                <a:prstGeom prst="rect">
                  <a:avLst/>
                </a:prstGeom>
                <a:noFill/>
              </p:spPr>
              <p:txBody>
                <a:bodyPr wrap="square">
                  <a:spAutoFit/>
                </a:bodyPr>
                <a:lstStyle/>
                <a:p>
                  <a:pPr algn="ctr"/>
                  <a14:m>
                    <m:oMathPara xmlns:m="http://schemas.openxmlformats.org/officeDocument/2006/math">
                      <m:oMath>
                        <m:r>
                          <a:rPr lang="en-US" sz="32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𝑥</m:t>
                        </m:r>
                      </m:oMath>
                    </m:oMathPara>
                  </a14:m>
                  <a:endParaRPr lang="en-US" sz="3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43EE5CC4-6E3B-FD2D-7D7B-29AA66F948DA}"/>
                    </a:ext>
                  </a:extLst>
                </p:cNvPr>
                <p:cNvSpPr txBox="1">
                  <a:spLocks noRot="1" noChangeAspect="1" noMove="1" noResize="1" noEditPoints="1" noAdjustHandles="1" noChangeArrowheads="1" noChangeShapeType="1" noTextEdit="1"/>
                </p:cNvSpPr>
                <p:nvPr/>
              </p:nvSpPr>
              <p:spPr>
                <a:xfrm>
                  <a:off x="7488216" y="4612321"/>
                  <a:ext cx="687958" cy="584775"/>
                </a:xfrm>
                <a:prstGeom prst="rect">
                  <a:avLst/>
                </a:prstGeom>
                <a:blipFill>
                  <a:blip r:embed="rId22"/>
                  <a:stretch>
                    <a:fillRect/>
                  </a:stretch>
                </a:blipFill>
              </p:spPr>
              <p:txBody>
                <a:bodyPr/>
                <a:lstStyle/>
                <a:p>
                  <a:r>
                    <a:rPr lang="en-GB">
                      <a:noFill/>
                    </a:rPr>
                    <a:t> </a:t>
                  </a:r>
                </a:p>
              </p:txBody>
            </p:sp>
          </mc:Fallback>
        </mc:AlternateContent>
      </p:grpSp>
      <p:sp>
        <p:nvSpPr>
          <p:cNvPr id="19" name="TextBox 18">
            <a:extLst>
              <a:ext uri="{FF2B5EF4-FFF2-40B4-BE49-F238E27FC236}">
                <a16:creationId xmlns:a16="http://schemas.microsoft.com/office/drawing/2014/main" id="{AD9D77ED-C975-5CBF-2A9A-81B105428EDF}"/>
              </a:ext>
            </a:extLst>
          </p:cNvPr>
          <p:cNvSpPr txBox="1"/>
          <p:nvPr/>
        </p:nvSpPr>
        <p:spPr>
          <a:xfrm>
            <a:off x="1248177" y="16529086"/>
            <a:ext cx="6604524" cy="954107"/>
          </a:xfrm>
          <a:prstGeom prst="rect">
            <a:avLst/>
          </a:prstGeom>
          <a:noFill/>
        </p:spPr>
        <p:txBody>
          <a:bodyPr wrap="square" rtlCol="0">
            <a:spAutoFit/>
          </a:bodyPr>
          <a:lstStyle/>
          <a:p>
            <a:r>
              <a:rPr lang="en-US" sz="2800" dirty="0">
                <a:latin typeface="UCL Sans" panose="020B0604020202020204" charset="0"/>
                <a:ea typeface="Sans Serif Collection" panose="020B0502040504020204" pitchFamily="34" charset="0"/>
                <a:cs typeface="Sans Serif Collection" panose="020B0502040504020204" pitchFamily="34" charset="0"/>
              </a:rPr>
              <a:t>Equilibrium bond lengths and angles at the electronic ground state:</a:t>
            </a: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72" name="Rectangle 71">
            <a:extLst>
              <a:ext uri="{FF2B5EF4-FFF2-40B4-BE49-F238E27FC236}">
                <a16:creationId xmlns:a16="http://schemas.microsoft.com/office/drawing/2014/main" id="{0FA3F30F-EBB2-E7F4-19C2-03EEE338769B}"/>
              </a:ext>
            </a:extLst>
          </p:cNvPr>
          <p:cNvSpPr/>
          <p:nvPr/>
        </p:nvSpPr>
        <p:spPr>
          <a:xfrm>
            <a:off x="713794" y="28409507"/>
            <a:ext cx="11596801" cy="12206864"/>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5" name="Picture 74">
            <a:extLst>
              <a:ext uri="{FF2B5EF4-FFF2-40B4-BE49-F238E27FC236}">
                <a16:creationId xmlns:a16="http://schemas.microsoft.com/office/drawing/2014/main" id="{C8D1724F-F8E6-79FA-EC8C-FF11E4BDB4B8}"/>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01326" y="28516691"/>
            <a:ext cx="11250467" cy="7826246"/>
          </a:xfrm>
          <a:prstGeom prst="rect">
            <a:avLst/>
          </a:prstGeom>
        </p:spPr>
      </p:pic>
      <p:pic>
        <p:nvPicPr>
          <p:cNvPr id="88" name="Picture 87">
            <a:extLst>
              <a:ext uri="{FF2B5EF4-FFF2-40B4-BE49-F238E27FC236}">
                <a16:creationId xmlns:a16="http://schemas.microsoft.com/office/drawing/2014/main" id="{7E987998-F2C7-3DC0-B85C-680D2C5958BC}"/>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248177" y="36342936"/>
            <a:ext cx="6143062" cy="4273435"/>
          </a:xfrm>
          <a:prstGeom prst="rect">
            <a:avLst/>
          </a:prstGeom>
        </p:spPr>
      </p:pic>
      <p:sp>
        <p:nvSpPr>
          <p:cNvPr id="4" name="TextBox 3">
            <a:extLst>
              <a:ext uri="{FF2B5EF4-FFF2-40B4-BE49-F238E27FC236}">
                <a16:creationId xmlns:a16="http://schemas.microsoft.com/office/drawing/2014/main" id="{D42AB8C2-25DD-BB2D-B6C0-4779E7E8F7A4}"/>
              </a:ext>
            </a:extLst>
          </p:cNvPr>
          <p:cNvSpPr txBox="1"/>
          <p:nvPr/>
        </p:nvSpPr>
        <p:spPr>
          <a:xfrm>
            <a:off x="7443953" y="36501374"/>
            <a:ext cx="4336921" cy="3785652"/>
          </a:xfrm>
          <a:prstGeom prst="rect">
            <a:avLst/>
          </a:prstGeom>
          <a:noFill/>
        </p:spPr>
        <p:txBody>
          <a:bodyPr wrap="square" rtlCol="0">
            <a:spAutoFit/>
          </a:bodyPr>
          <a:lstStyle/>
          <a:p>
            <a:pPr algn="just"/>
            <a:r>
              <a:rPr lang="en-US" sz="2400" dirty="0">
                <a:latin typeface="UCL Sans" panose="020B0604020202020204" charset="0"/>
                <a:ea typeface="Sans Serif Collection" panose="020B0502040504020204" pitchFamily="34" charset="0"/>
                <a:cs typeface="Sans Serif Collection" panose="020B0502040504020204" pitchFamily="34" charset="0"/>
              </a:rPr>
              <a:t>Cross-sections computed with states up to J = 141. Partition function plots as a function of J suggests J = 120 could be sufficient instead.</a:t>
            </a:r>
          </a:p>
          <a:p>
            <a:pPr algn="just"/>
            <a:endParaRPr lang="en-US" sz="2400" dirty="0">
              <a:latin typeface="UCL Sans" panose="020B0604020202020204" charset="0"/>
              <a:ea typeface="Sans Serif Collection" panose="020B0502040504020204" pitchFamily="34" charset="0"/>
              <a:cs typeface="Sans Serif Collection" panose="020B0502040504020204" pitchFamily="34" charset="0"/>
            </a:endParaRPr>
          </a:p>
          <a:p>
            <a:pPr algn="just"/>
            <a:r>
              <a:rPr lang="en-US" sz="2400" dirty="0">
                <a:latin typeface="UCL Sans" panose="020B0604020202020204" charset="0"/>
                <a:ea typeface="Sans Serif Collection" panose="020B0502040504020204" pitchFamily="34" charset="0"/>
                <a:cs typeface="Sans Serif Collection" panose="020B0502040504020204" pitchFamily="34" charset="0"/>
              </a:rPr>
              <a:t>Cross-sections and partition functions were computed with the program ExoCross.</a:t>
            </a:r>
            <a:endParaRPr lang="en-GB" sz="24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76" name="Rectangle 75">
            <a:extLst>
              <a:ext uri="{FF2B5EF4-FFF2-40B4-BE49-F238E27FC236}">
                <a16:creationId xmlns:a16="http://schemas.microsoft.com/office/drawing/2014/main" id="{F39D9B33-CD21-3C47-1E13-40AEFF9315E0}"/>
              </a:ext>
            </a:extLst>
          </p:cNvPr>
          <p:cNvSpPr/>
          <p:nvPr/>
        </p:nvSpPr>
        <p:spPr>
          <a:xfrm>
            <a:off x="12251794" y="28409814"/>
            <a:ext cx="7763406" cy="5899587"/>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3" name="TextBox 72">
            <a:extLst>
              <a:ext uri="{FF2B5EF4-FFF2-40B4-BE49-F238E27FC236}">
                <a16:creationId xmlns:a16="http://schemas.microsoft.com/office/drawing/2014/main" id="{E4D23025-0F35-1DB7-4C0C-8306079DE07D}"/>
              </a:ext>
            </a:extLst>
          </p:cNvPr>
          <p:cNvSpPr txBox="1"/>
          <p:nvPr/>
        </p:nvSpPr>
        <p:spPr>
          <a:xfrm>
            <a:off x="12576679" y="29394337"/>
            <a:ext cx="7164163" cy="4832092"/>
          </a:xfrm>
          <a:prstGeom prst="rect">
            <a:avLst/>
          </a:prstGeom>
          <a:noFill/>
        </p:spPr>
        <p:txBody>
          <a:bodyPr wrap="square" rtlCol="0">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Rovibrational energies and wavefunctions are computed with variational nuclear motion program TROVE, then used to compute stick spectra and cross sections.</a:t>
            </a:r>
          </a:p>
          <a:p>
            <a:pPr algn="just"/>
            <a:endParaRPr lang="en-US" sz="2800" dirty="0">
              <a:latin typeface="UCL Sans" panose="020B0604020202020204" charset="0"/>
              <a:ea typeface="Sans Serif Collection" panose="020B0502040504020204" pitchFamily="34" charset="0"/>
              <a:cs typeface="Sans Serif Collection" panose="020B0502040504020204" pitchFamily="34" charset="0"/>
            </a:endParaRPr>
          </a:p>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Lower states are selected between 0 to 14,000 cm</a:t>
            </a:r>
            <a:r>
              <a:rPr lang="en-US" sz="2800" baseline="30000" dirty="0">
                <a:latin typeface="UCL Sans" panose="020B0604020202020204" charset="0"/>
                <a:ea typeface="Sans Serif Collection" panose="020B0502040504020204" pitchFamily="34" charset="0"/>
                <a:cs typeface="Sans Serif Collection" panose="020B0502040504020204" pitchFamily="34" charset="0"/>
              </a:rPr>
              <a:t>-1</a:t>
            </a:r>
            <a:r>
              <a:rPr lang="en-US" sz="2800" dirty="0">
                <a:latin typeface="UCL Sans" panose="020B0604020202020204" charset="0"/>
                <a:ea typeface="Sans Serif Collection" panose="020B0502040504020204" pitchFamily="34" charset="0"/>
                <a:cs typeface="Sans Serif Collection" panose="020B0502040504020204" pitchFamily="34" charset="0"/>
              </a:rPr>
              <a:t> while upper states are between 0 to 24,000 cm</a:t>
            </a:r>
            <a:r>
              <a:rPr lang="en-US" sz="2800" baseline="30000" dirty="0">
                <a:latin typeface="UCL Sans" panose="020B0604020202020204" charset="0"/>
                <a:ea typeface="Sans Serif Collection" panose="020B0502040504020204" pitchFamily="34" charset="0"/>
                <a:cs typeface="Sans Serif Collection" panose="020B0502040504020204" pitchFamily="34" charset="0"/>
              </a:rPr>
              <a:t>-1</a:t>
            </a:r>
            <a:r>
              <a:rPr lang="en-US" sz="2800" dirty="0">
                <a:latin typeface="UCL Sans" panose="020B0604020202020204" charset="0"/>
                <a:ea typeface="Sans Serif Collection" panose="020B0502040504020204" pitchFamily="34" charset="0"/>
                <a:cs typeface="Sans Serif Collection" panose="020B0502040504020204" pitchFamily="34" charset="0"/>
              </a:rPr>
              <a:t>.  Includes 2.4 million rovibrational states and 2.2 x 10</a:t>
            </a:r>
            <a:r>
              <a:rPr lang="en-US" sz="2800" baseline="30000" dirty="0">
                <a:latin typeface="UCL Sans" panose="020B0604020202020204" charset="0"/>
                <a:ea typeface="Sans Serif Collection" panose="020B0502040504020204" pitchFamily="34" charset="0"/>
                <a:cs typeface="Sans Serif Collection" panose="020B0502040504020204" pitchFamily="34" charset="0"/>
              </a:rPr>
              <a:t>10</a:t>
            </a:r>
            <a:r>
              <a:rPr lang="en-US" sz="2800" dirty="0">
                <a:latin typeface="UCL Sans" panose="020B0604020202020204" charset="0"/>
                <a:ea typeface="Sans Serif Collection" panose="020B0502040504020204" pitchFamily="34" charset="0"/>
                <a:cs typeface="Sans Serif Collection" panose="020B0502040504020204" pitchFamily="34" charset="0"/>
              </a:rPr>
              <a:t> transitions.</a:t>
            </a:r>
            <a:endParaRPr lang="en-GB" sz="28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71" name="TextBox 70">
            <a:extLst>
              <a:ext uri="{FF2B5EF4-FFF2-40B4-BE49-F238E27FC236}">
                <a16:creationId xmlns:a16="http://schemas.microsoft.com/office/drawing/2014/main" id="{C78BEC60-FE2C-EF1C-AB33-11262889F5A8}"/>
              </a:ext>
            </a:extLst>
          </p:cNvPr>
          <p:cNvSpPr txBox="1"/>
          <p:nvPr/>
        </p:nvSpPr>
        <p:spPr>
          <a:xfrm>
            <a:off x="13974618" y="28645734"/>
            <a:ext cx="4222631" cy="769441"/>
          </a:xfrm>
          <a:prstGeom prst="rect">
            <a:avLst/>
          </a:prstGeom>
          <a:noFill/>
        </p:spPr>
        <p:txBody>
          <a:bodyPr wrap="none" rtlCol="0">
            <a:spAutoFit/>
          </a:bodyPr>
          <a:lstStyle/>
          <a:p>
            <a:r>
              <a:rPr lang="en-US" sz="4400" dirty="0">
                <a:latin typeface="UCL Sans" panose="020B0604020202020204" charset="0"/>
                <a:ea typeface="Sans Serif Collection" panose="020B0502040504020204" pitchFamily="34" charset="0"/>
                <a:cs typeface="Sans Serif Collection" panose="020B0502040504020204" pitchFamily="34" charset="0"/>
              </a:rPr>
              <a:t>Cross-sections</a:t>
            </a:r>
            <a:endParaRPr lang="en-GB" sz="4400" dirty="0">
              <a:latin typeface="UCL Sans" panose="020B0604020202020204" charset="0"/>
              <a:ea typeface="Sans Serif Collection" panose="020B0502040504020204" pitchFamily="34" charset="0"/>
              <a:cs typeface="Sans Serif Collection" panose="020B0502040504020204" pitchFamily="34" charset="0"/>
            </a:endParaRPr>
          </a:p>
        </p:txBody>
      </p:sp>
      <p:sp>
        <p:nvSpPr>
          <p:cNvPr id="79" name="Rectangle 78">
            <a:extLst>
              <a:ext uri="{FF2B5EF4-FFF2-40B4-BE49-F238E27FC236}">
                <a16:creationId xmlns:a16="http://schemas.microsoft.com/office/drawing/2014/main" id="{67334839-070E-C03B-6ABF-A09E081EE0C6}"/>
              </a:ext>
            </a:extLst>
          </p:cNvPr>
          <p:cNvSpPr/>
          <p:nvPr/>
        </p:nvSpPr>
        <p:spPr>
          <a:xfrm>
            <a:off x="20368481" y="28408223"/>
            <a:ext cx="9184987" cy="12206864"/>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8" name="Picture 77">
            <a:extLst>
              <a:ext uri="{FF2B5EF4-FFF2-40B4-BE49-F238E27FC236}">
                <a16:creationId xmlns:a16="http://schemas.microsoft.com/office/drawing/2014/main" id="{86C7E0D5-9A8C-4FA7-7F76-DA00A4F5964B}"/>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20691985" y="28570937"/>
            <a:ext cx="8300917" cy="5774430"/>
          </a:xfrm>
          <a:prstGeom prst="rect">
            <a:avLst/>
          </a:prstGeom>
        </p:spPr>
      </p:pic>
      <p:pic>
        <p:nvPicPr>
          <p:cNvPr id="80" name="Picture 79">
            <a:extLst>
              <a:ext uri="{FF2B5EF4-FFF2-40B4-BE49-F238E27FC236}">
                <a16:creationId xmlns:a16="http://schemas.microsoft.com/office/drawing/2014/main" id="{1A58176D-B4CE-E4D0-987D-BD931E897570}"/>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20635801" y="34395032"/>
            <a:ext cx="8480835" cy="5899587"/>
          </a:xfrm>
          <a:prstGeom prst="rect">
            <a:avLst/>
          </a:prstGeom>
        </p:spPr>
      </p:pic>
      <p:sp>
        <p:nvSpPr>
          <p:cNvPr id="85" name="Rectangle 84">
            <a:extLst>
              <a:ext uri="{FF2B5EF4-FFF2-40B4-BE49-F238E27FC236}">
                <a16:creationId xmlns:a16="http://schemas.microsoft.com/office/drawing/2014/main" id="{14B54028-AFF8-5790-1BA5-0C0B130861F5}"/>
              </a:ext>
            </a:extLst>
          </p:cNvPr>
          <p:cNvSpPr/>
          <p:nvPr/>
        </p:nvSpPr>
        <p:spPr>
          <a:xfrm>
            <a:off x="12616667" y="34645740"/>
            <a:ext cx="7842494" cy="5969348"/>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Box 12">
            <a:extLst>
              <a:ext uri="{FF2B5EF4-FFF2-40B4-BE49-F238E27FC236}">
                <a16:creationId xmlns:a16="http://schemas.microsoft.com/office/drawing/2014/main" id="{4D47AD60-669D-E494-90A5-6132D860A5F5}"/>
              </a:ext>
            </a:extLst>
          </p:cNvPr>
          <p:cNvSpPr txBox="1"/>
          <p:nvPr/>
        </p:nvSpPr>
        <p:spPr>
          <a:xfrm>
            <a:off x="13476038" y="34806607"/>
            <a:ext cx="5809052" cy="769441"/>
          </a:xfrm>
          <a:prstGeom prst="rect">
            <a:avLst/>
          </a:prstGeom>
          <a:noFill/>
        </p:spPr>
        <p:txBody>
          <a:bodyPr wrap="square" rtlCol="0">
            <a:spAutoFit/>
          </a:bodyPr>
          <a:lstStyle/>
          <a:p>
            <a:r>
              <a:rPr lang="en-US" sz="4400" dirty="0">
                <a:latin typeface="UCL Sans" panose="020B0604020202020204" charset="0"/>
                <a:ea typeface="Sans Serif Collection" panose="020B0502040504020204" pitchFamily="34" charset="0"/>
                <a:cs typeface="Sans Serif Collection" panose="020B0502040504020204" pitchFamily="34" charset="0"/>
              </a:rPr>
              <a:t>Exoplanet Detection?</a:t>
            </a:r>
          </a:p>
        </p:txBody>
      </p:sp>
      <p:sp>
        <p:nvSpPr>
          <p:cNvPr id="30" name="TextBox 29">
            <a:extLst>
              <a:ext uri="{FF2B5EF4-FFF2-40B4-BE49-F238E27FC236}">
                <a16:creationId xmlns:a16="http://schemas.microsoft.com/office/drawing/2014/main" id="{6D1E0F68-3B4D-6B6E-022F-1A85ED13D1F6}"/>
              </a:ext>
            </a:extLst>
          </p:cNvPr>
          <p:cNvSpPr txBox="1"/>
          <p:nvPr/>
        </p:nvSpPr>
        <p:spPr>
          <a:xfrm>
            <a:off x="13064359" y="35626911"/>
            <a:ext cx="7164163" cy="3970318"/>
          </a:xfrm>
          <a:prstGeom prst="rect">
            <a:avLst/>
          </a:prstGeom>
          <a:noFill/>
        </p:spPr>
        <p:txBody>
          <a:bodyPr wrap="square">
            <a:spAutoFit/>
          </a:bodyPr>
          <a:lstStyle/>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The fundamental bands of HPO do not overlap with water. This makes detection more feasible. The fundamental band at 985 cm</a:t>
            </a:r>
            <a:r>
              <a:rPr lang="en-US" sz="2800" baseline="30000" dirty="0">
                <a:latin typeface="UCL Sans" panose="020B0604020202020204" charset="0"/>
                <a:ea typeface="Sans Serif Collection" panose="020B0502040504020204" pitchFamily="34" charset="0"/>
                <a:cs typeface="Sans Serif Collection" panose="020B0502040504020204" pitchFamily="34" charset="0"/>
              </a:rPr>
              <a:t>-1</a:t>
            </a:r>
            <a:r>
              <a:rPr lang="en-US" sz="2800" dirty="0">
                <a:latin typeface="UCL Sans" panose="020B0604020202020204" charset="0"/>
                <a:ea typeface="Sans Serif Collection" panose="020B0502040504020204" pitchFamily="34" charset="0"/>
                <a:cs typeface="Sans Serif Collection" panose="020B0502040504020204" pitchFamily="34" charset="0"/>
              </a:rPr>
              <a:t> would be particularly visible.</a:t>
            </a:r>
          </a:p>
          <a:p>
            <a:pPr algn="just"/>
            <a:endParaRPr lang="en-US" sz="2800" dirty="0">
              <a:latin typeface="UCL Sans" panose="020B0604020202020204" charset="0"/>
              <a:ea typeface="Sans Serif Collection" panose="020B0502040504020204" pitchFamily="34" charset="0"/>
              <a:cs typeface="Sans Serif Collection" panose="020B0502040504020204" pitchFamily="34" charset="0"/>
            </a:endParaRPr>
          </a:p>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We suggest HPO can be of interest for studying exoplanets and the planetary chemistry of phosphorus. </a:t>
            </a:r>
          </a:p>
          <a:p>
            <a:pPr algn="just"/>
            <a:r>
              <a:rPr lang="en-US" sz="2800" dirty="0">
                <a:latin typeface="UCL Sans" panose="020B0604020202020204" charset="0"/>
                <a:ea typeface="Sans Serif Collection" panose="020B0502040504020204" pitchFamily="34" charset="0"/>
                <a:cs typeface="Sans Serif Collection" panose="020B0502040504020204" pitchFamily="34" charset="0"/>
              </a:rPr>
              <a:t> </a:t>
            </a:r>
          </a:p>
        </p:txBody>
      </p:sp>
    </p:spTree>
    <p:extLst>
      <p:ext uri="{BB962C8B-B14F-4D97-AF65-F5344CB8AC3E}">
        <p14:creationId xmlns:p14="http://schemas.microsoft.com/office/powerpoint/2010/main" val="4292117653"/>
      </p:ext>
    </p:extLst>
  </p:cSld>
  <p:clrMapOvr>
    <a:masterClrMapping/>
  </p:clrMapOvr>
</p:sld>
</file>

<file path=ppt/theme/theme1.xml><?xml version="1.0" encoding="utf-8"?>
<a:theme xmlns:a="http://schemas.openxmlformats.org/drawingml/2006/main" name="1_UCL_Yellow_A0_Portrait_Poster_Theme">
  <a:themeElements>
    <a:clrScheme name="UCL CMYK">
      <a:dk1>
        <a:srgbClr val="000000"/>
      </a:dk1>
      <a:lt1>
        <a:srgbClr val="FAFAFA"/>
      </a:lt1>
      <a:dk2>
        <a:srgbClr val="240E3C"/>
      </a:dk2>
      <a:lt2>
        <a:srgbClr val="9E8CB6"/>
      </a:lt2>
      <a:accent1>
        <a:srgbClr val="8068A0"/>
      </a:accent1>
      <a:accent2>
        <a:srgbClr val="DBD1DE"/>
      </a:accent2>
      <a:accent3>
        <a:srgbClr val="F1EAEF"/>
      </a:accent3>
      <a:accent4>
        <a:srgbClr val="63C3DA"/>
      </a:accent4>
      <a:accent5>
        <a:srgbClr val="8068A0"/>
      </a:accent5>
      <a:accent6>
        <a:srgbClr val="ED367D"/>
      </a:accent6>
      <a:hlink>
        <a:srgbClr val="2F91FA"/>
      </a:hlink>
      <a:folHlink>
        <a:srgbClr val="000000"/>
      </a:folHlink>
    </a:clrScheme>
    <a:fontScheme name="Custom 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Portrait_Poster_Master_Template.potx" id="{5B8A0B25-D258-467B-8C36-B5304CDD6BDC}" vid="{330B5DDC-A2F5-4485-A630-08D98E590E04}"/>
    </a:ext>
  </a:extLst>
</a:theme>
</file>

<file path=docMetadata/LabelInfo.xml><?xml version="1.0" encoding="utf-8"?>
<clbl:labelList xmlns:clbl="http://schemas.microsoft.com/office/2020/mipLabelMetadata">
  <clbl:label id="{1faf88fe-a998-4c5b-93c9-210a11d9a5c2}" enabled="0" method="" siteId="{1faf88fe-a998-4c5b-93c9-210a11d9a5c2}" removed="1"/>
</clbl:labelList>
</file>

<file path=docProps/app.xml><?xml version="1.0" encoding="utf-8"?>
<Properties xmlns="http://schemas.openxmlformats.org/officeDocument/2006/extended-properties" xmlns:vt="http://schemas.openxmlformats.org/officeDocument/2006/docPropsVTypes">
  <Template/>
  <TotalTime>0</TotalTime>
  <Words>414</Words>
  <Application>Microsoft Office PowerPoint</Application>
  <PresentationFormat>Custom</PresentationFormat>
  <Paragraphs>53</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Times New Roman</vt:lpstr>
      <vt:lpstr>Tahoma</vt:lpstr>
      <vt:lpstr>Cambria Math</vt:lpstr>
      <vt:lpstr>UCL Sans</vt:lpstr>
      <vt:lpstr>UCL Sans SemiBold</vt:lpstr>
      <vt:lpstr>Aptos</vt:lpstr>
      <vt:lpstr>1_UCL_Yellow_A0_Portrait_Poster_Theme</vt:lpstr>
      <vt:lpstr>An Ab Initio Rovibrational Linelist for HPO</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UCL A0 Portrait Poster Template</dc:subject>
  <dc:creator>Andaya, Tess</dc:creator>
  <cp:keywords>UCL A0 Portrit Poster</cp:keywords>
  <cp:lastModifiedBy>Ryan Mok</cp:lastModifiedBy>
  <cp:revision>154</cp:revision>
  <dcterms:created xsi:type="dcterms:W3CDTF">2020-10-08T09:46:14Z</dcterms:created>
  <dcterms:modified xsi:type="dcterms:W3CDTF">2026-08-21T17:10:16Z</dcterms:modified>
</cp:coreProperties>
</file>