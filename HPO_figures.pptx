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AB0109-F0B2-4F8E-80E6-FA50717ECDA8}" v="28" dt="2026-08-19T14:51:01.5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yan Mok" userId="2b5ff9b4bc27d924" providerId="LiveId" clId="{98BDB49B-93C9-4AB7-A5FC-395AE49E91C6}"/>
    <pc:docChg chg="undo custSel addSld modSld">
      <pc:chgData name="Ryan Mok" userId="2b5ff9b4bc27d924" providerId="LiveId" clId="{98BDB49B-93C9-4AB7-A5FC-395AE49E91C6}" dt="2026-08-19T14:51:01.506" v="224" actId="164"/>
      <pc:docMkLst>
        <pc:docMk/>
      </pc:docMkLst>
      <pc:sldChg chg="addSp modSp mod">
        <pc:chgData name="Ryan Mok" userId="2b5ff9b4bc27d924" providerId="LiveId" clId="{98BDB49B-93C9-4AB7-A5FC-395AE49E91C6}" dt="2026-08-16T00:27:42.662" v="25" actId="255"/>
        <pc:sldMkLst>
          <pc:docMk/>
          <pc:sldMk cId="2699379521" sldId="256"/>
        </pc:sldMkLst>
        <pc:spChg chg="mod">
          <ac:chgData name="Ryan Mok" userId="2b5ff9b4bc27d924" providerId="LiveId" clId="{98BDB49B-93C9-4AB7-A5FC-395AE49E91C6}" dt="2026-08-16T00:27:42.662" v="25" actId="255"/>
          <ac:spMkLst>
            <pc:docMk/>
            <pc:sldMk cId="2699379521" sldId="256"/>
            <ac:spMk id="10" creationId="{A7F54FCE-EB27-CE40-B532-3B142060A817}"/>
          </ac:spMkLst>
        </pc:spChg>
        <pc:spChg chg="mod">
          <ac:chgData name="Ryan Mok" userId="2b5ff9b4bc27d924" providerId="LiveId" clId="{98BDB49B-93C9-4AB7-A5FC-395AE49E91C6}" dt="2026-08-16T00:25:36.079" v="18" actId="255"/>
          <ac:spMkLst>
            <pc:docMk/>
            <pc:sldMk cId="2699379521" sldId="256"/>
            <ac:spMk id="22" creationId="{3AD5A7CD-FFA7-1C22-ECDD-3CC12CC49CFF}"/>
          </ac:spMkLst>
        </pc:spChg>
        <pc:spChg chg="mod">
          <ac:chgData name="Ryan Mok" userId="2b5ff9b4bc27d924" providerId="LiveId" clId="{98BDB49B-93C9-4AB7-A5FC-395AE49E91C6}" dt="2026-08-16T00:26:22.257" v="24" actId="255"/>
          <ac:spMkLst>
            <pc:docMk/>
            <pc:sldMk cId="2699379521" sldId="256"/>
            <ac:spMk id="24" creationId="{153C7F94-AE14-C825-0F86-BA1FC1E9CD19}"/>
          </ac:spMkLst>
        </pc:spChg>
        <pc:spChg chg="mod">
          <ac:chgData name="Ryan Mok" userId="2b5ff9b4bc27d924" providerId="LiveId" clId="{98BDB49B-93C9-4AB7-A5FC-395AE49E91C6}" dt="2026-08-16T00:25:39.334" v="19" actId="1076"/>
          <ac:spMkLst>
            <pc:docMk/>
            <pc:sldMk cId="2699379521" sldId="256"/>
            <ac:spMk id="44" creationId="{B16D9865-B805-47CF-D47A-58BCCB3967A0}"/>
          </ac:spMkLst>
        </pc:spChg>
        <pc:spChg chg="mod">
          <ac:chgData name="Ryan Mok" userId="2b5ff9b4bc27d924" providerId="LiveId" clId="{98BDB49B-93C9-4AB7-A5FC-395AE49E91C6}" dt="2026-08-16T00:25:36.079" v="18" actId="255"/>
          <ac:spMkLst>
            <pc:docMk/>
            <pc:sldMk cId="2699379521" sldId="256"/>
            <ac:spMk id="46" creationId="{FD510F8C-974C-6C01-403B-FA9AFEDA2154}"/>
          </ac:spMkLst>
        </pc:spChg>
        <pc:spChg chg="mod">
          <ac:chgData name="Ryan Mok" userId="2b5ff9b4bc27d924" providerId="LiveId" clId="{98BDB49B-93C9-4AB7-A5FC-395AE49E91C6}" dt="2026-08-16T00:25:59.003" v="22" actId="692"/>
          <ac:spMkLst>
            <pc:docMk/>
            <pc:sldMk cId="2699379521" sldId="256"/>
            <ac:spMk id="47" creationId="{5A0802CB-0934-7C5F-3F85-9C5B47DC1B39}"/>
          </ac:spMkLst>
        </pc:spChg>
        <pc:spChg chg="mod">
          <ac:chgData name="Ryan Mok" userId="2b5ff9b4bc27d924" providerId="LiveId" clId="{98BDB49B-93C9-4AB7-A5FC-395AE49E91C6}" dt="2026-08-16T00:25:36.079" v="18" actId="255"/>
          <ac:spMkLst>
            <pc:docMk/>
            <pc:sldMk cId="2699379521" sldId="256"/>
            <ac:spMk id="49" creationId="{2D02E829-C8AA-E5E7-8819-945B2B4170E4}"/>
          </ac:spMkLst>
        </pc:spChg>
        <pc:grpChg chg="add mod">
          <ac:chgData name="Ryan Mok" userId="2b5ff9b4bc27d924" providerId="LiveId" clId="{98BDB49B-93C9-4AB7-A5FC-395AE49E91C6}" dt="2026-08-16T00:25:36.079" v="18" actId="255"/>
          <ac:grpSpMkLst>
            <pc:docMk/>
            <pc:sldMk cId="2699379521" sldId="256"/>
            <ac:grpSpMk id="2" creationId="{80C08A19-6C3D-459F-2C9C-FAF7B60D2317}"/>
          </ac:grpSpMkLst>
        </pc:grpChg>
        <pc:cxnChg chg="mod">
          <ac:chgData name="Ryan Mok" userId="2b5ff9b4bc27d924" providerId="LiveId" clId="{98BDB49B-93C9-4AB7-A5FC-395AE49E91C6}" dt="2026-08-16T00:25:36.079" v="18" actId="255"/>
          <ac:cxnSpMkLst>
            <pc:docMk/>
            <pc:sldMk cId="2699379521" sldId="256"/>
            <ac:cxnSpMk id="11" creationId="{737CFC80-10DC-AA9D-1519-BB19326C3974}"/>
          </ac:cxnSpMkLst>
        </pc:cxnChg>
        <pc:cxnChg chg="mod">
          <ac:chgData name="Ryan Mok" userId="2b5ff9b4bc27d924" providerId="LiveId" clId="{98BDB49B-93C9-4AB7-A5FC-395AE49E91C6}" dt="2026-08-16T00:26:05.803" v="23" actId="692"/>
          <ac:cxnSpMkLst>
            <pc:docMk/>
            <pc:sldMk cId="2699379521" sldId="256"/>
            <ac:cxnSpMk id="23" creationId="{18C94983-595E-4B47-3357-348526FA0FB8}"/>
          </ac:cxnSpMkLst>
        </pc:cxnChg>
      </pc:sldChg>
      <pc:sldChg chg="addSp delSp modSp add mod">
        <pc:chgData name="Ryan Mok" userId="2b5ff9b4bc27d924" providerId="LiveId" clId="{98BDB49B-93C9-4AB7-A5FC-395AE49E91C6}" dt="2026-08-19T14:51:01.506" v="224" actId="164"/>
        <pc:sldMkLst>
          <pc:docMk/>
          <pc:sldMk cId="4071236100" sldId="257"/>
        </pc:sldMkLst>
        <pc:spChg chg="add mod">
          <ac:chgData name="Ryan Mok" userId="2b5ff9b4bc27d924" providerId="LiveId" clId="{98BDB49B-93C9-4AB7-A5FC-395AE49E91C6}" dt="2026-08-19T14:51:01.506" v="224" actId="164"/>
          <ac:spMkLst>
            <pc:docMk/>
            <pc:sldMk cId="4071236100" sldId="257"/>
            <ac:spMk id="9" creationId="{B0B6BFB7-7EFB-DDC3-6926-0EB97780D9CC}"/>
          </ac:spMkLst>
        </pc:spChg>
        <pc:spChg chg="mod topLvl">
          <ac:chgData name="Ryan Mok" userId="2b5ff9b4bc27d924" providerId="LiveId" clId="{98BDB49B-93C9-4AB7-A5FC-395AE49E91C6}" dt="2026-08-19T14:51:01.506" v="224" actId="164"/>
          <ac:spMkLst>
            <pc:docMk/>
            <pc:sldMk cId="4071236100" sldId="257"/>
            <ac:spMk id="10" creationId="{38EF4465-53E9-89D7-ECDB-5EF19EE4809D}"/>
          </ac:spMkLst>
        </pc:spChg>
        <pc:spChg chg="add mod">
          <ac:chgData name="Ryan Mok" userId="2b5ff9b4bc27d924" providerId="LiveId" clId="{98BDB49B-93C9-4AB7-A5FC-395AE49E91C6}" dt="2026-08-19T14:51:01.506" v="224" actId="164"/>
          <ac:spMkLst>
            <pc:docMk/>
            <pc:sldMk cId="4071236100" sldId="257"/>
            <ac:spMk id="13" creationId="{FD075C99-06C4-26D6-83AD-AD6C788886EF}"/>
          </ac:spMkLst>
        </pc:spChg>
        <pc:spChg chg="add mod">
          <ac:chgData name="Ryan Mok" userId="2b5ff9b4bc27d924" providerId="LiveId" clId="{98BDB49B-93C9-4AB7-A5FC-395AE49E91C6}" dt="2026-08-19T14:51:01.506" v="224" actId="164"/>
          <ac:spMkLst>
            <pc:docMk/>
            <pc:sldMk cId="4071236100" sldId="257"/>
            <ac:spMk id="15" creationId="{D29B6249-D196-AC9D-C6B8-018AAD065877}"/>
          </ac:spMkLst>
        </pc:spChg>
        <pc:spChg chg="mod topLvl">
          <ac:chgData name="Ryan Mok" userId="2b5ff9b4bc27d924" providerId="LiveId" clId="{98BDB49B-93C9-4AB7-A5FC-395AE49E91C6}" dt="2026-08-19T14:51:01.506" v="224" actId="164"/>
          <ac:spMkLst>
            <pc:docMk/>
            <pc:sldMk cId="4071236100" sldId="257"/>
            <ac:spMk id="22" creationId="{15F66337-BA7C-C813-B682-C1B81815E3D1}"/>
          </ac:spMkLst>
        </pc:spChg>
        <pc:spChg chg="mod topLvl">
          <ac:chgData name="Ryan Mok" userId="2b5ff9b4bc27d924" providerId="LiveId" clId="{98BDB49B-93C9-4AB7-A5FC-395AE49E91C6}" dt="2026-08-19T14:51:01.506" v="224" actId="164"/>
          <ac:spMkLst>
            <pc:docMk/>
            <pc:sldMk cId="4071236100" sldId="257"/>
            <ac:spMk id="24" creationId="{280447AB-28FE-B511-8F76-F72F2704CC20}"/>
          </ac:spMkLst>
        </pc:spChg>
        <pc:spChg chg="add mod">
          <ac:chgData name="Ryan Mok" userId="2b5ff9b4bc27d924" providerId="LiveId" clId="{98BDB49B-93C9-4AB7-A5FC-395AE49E91C6}" dt="2026-08-19T14:51:01.506" v="224" actId="164"/>
          <ac:spMkLst>
            <pc:docMk/>
            <pc:sldMk cId="4071236100" sldId="257"/>
            <ac:spMk id="25" creationId="{DCAE7460-EF02-940E-C124-B9FE596D4C3B}"/>
          </ac:spMkLst>
        </pc:spChg>
        <pc:spChg chg="add mod">
          <ac:chgData name="Ryan Mok" userId="2b5ff9b4bc27d924" providerId="LiveId" clId="{98BDB49B-93C9-4AB7-A5FC-395AE49E91C6}" dt="2026-08-19T14:51:01.506" v="224" actId="164"/>
          <ac:spMkLst>
            <pc:docMk/>
            <pc:sldMk cId="4071236100" sldId="257"/>
            <ac:spMk id="27" creationId="{F65D02AF-ECCF-618C-C7C3-834ACFAC9772}"/>
          </ac:spMkLst>
        </pc:spChg>
        <pc:spChg chg="mod topLvl">
          <ac:chgData name="Ryan Mok" userId="2b5ff9b4bc27d924" providerId="LiveId" clId="{98BDB49B-93C9-4AB7-A5FC-395AE49E91C6}" dt="2026-08-19T14:51:01.506" v="224" actId="164"/>
          <ac:spMkLst>
            <pc:docMk/>
            <pc:sldMk cId="4071236100" sldId="257"/>
            <ac:spMk id="47" creationId="{E00A34CF-8AA1-2586-DF2E-3398498B3F66}"/>
          </ac:spMkLst>
        </pc:spChg>
        <pc:grpChg chg="add mod">
          <ac:chgData name="Ryan Mok" userId="2b5ff9b4bc27d924" providerId="LiveId" clId="{98BDB49B-93C9-4AB7-A5FC-395AE49E91C6}" dt="2026-08-19T14:51:01.506" v="224" actId="164"/>
          <ac:grpSpMkLst>
            <pc:docMk/>
            <pc:sldMk cId="4071236100" sldId="257"/>
            <ac:grpSpMk id="2" creationId="{B3D7BB48-F011-6BD8-6C0C-0D6A07F955CF}"/>
          </ac:grpSpMkLst>
        </pc:grpChg>
        <pc:grpChg chg="add mod">
          <ac:chgData name="Ryan Mok" userId="2b5ff9b4bc27d924" providerId="LiveId" clId="{98BDB49B-93C9-4AB7-A5FC-395AE49E91C6}" dt="2026-08-17T17:29:34.288" v="223" actId="1037"/>
          <ac:grpSpMkLst>
            <pc:docMk/>
            <pc:sldMk cId="4071236100" sldId="257"/>
            <ac:grpSpMk id="20" creationId="{612D1359-D49E-F522-3580-95ACCFAD79ED}"/>
          </ac:grpSpMkLst>
        </pc:grpChg>
        <pc:cxnChg chg="mod topLvl">
          <ac:chgData name="Ryan Mok" userId="2b5ff9b4bc27d924" providerId="LiveId" clId="{98BDB49B-93C9-4AB7-A5FC-395AE49E91C6}" dt="2026-08-17T16:43:59.037" v="74" actId="14100"/>
          <ac:cxnSpMkLst>
            <pc:docMk/>
            <pc:sldMk cId="4071236100" sldId="257"/>
            <ac:cxnSpMk id="11" creationId="{D53ADA0E-5BF2-20F8-24B9-306BCEC2A521}"/>
          </ac:cxnSpMkLst>
        </pc:cxnChg>
        <pc:cxnChg chg="add mod">
          <ac:chgData name="Ryan Mok" userId="2b5ff9b4bc27d924" providerId="LiveId" clId="{98BDB49B-93C9-4AB7-A5FC-395AE49E91C6}" dt="2026-08-17T17:28:56.415" v="200" actId="164"/>
          <ac:cxnSpMkLst>
            <pc:docMk/>
            <pc:sldMk cId="4071236100" sldId="257"/>
            <ac:cxnSpMk id="16" creationId="{96AEE7BF-AE50-F70D-1016-7AC735D1419B}"/>
          </ac:cxnSpMkLst>
        </pc:cxnChg>
        <pc:cxnChg chg="add mod">
          <ac:chgData name="Ryan Mok" userId="2b5ff9b4bc27d924" providerId="LiveId" clId="{98BDB49B-93C9-4AB7-A5FC-395AE49E91C6}" dt="2026-08-17T17:28:56.415" v="200" actId="164"/>
          <ac:cxnSpMkLst>
            <pc:docMk/>
            <pc:sldMk cId="4071236100" sldId="257"/>
            <ac:cxnSpMk id="18" creationId="{E4F6C35F-EC06-C35D-DB8C-CC0A42733084}"/>
          </ac:cxnSpMkLst>
        </pc:cxnChg>
        <pc:cxnChg chg="mod topLvl">
          <ac:chgData name="Ryan Mok" userId="2b5ff9b4bc27d924" providerId="LiveId" clId="{98BDB49B-93C9-4AB7-A5FC-395AE49E91C6}" dt="2026-08-17T16:43:41.882" v="72" actId="1037"/>
          <ac:cxnSpMkLst>
            <pc:docMk/>
            <pc:sldMk cId="4071236100" sldId="257"/>
            <ac:cxnSpMk id="23" creationId="{0F295CC0-DBF8-EFC2-9AF0-828D01A890F9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C3B4C-7E71-C565-6593-1A9B9EC1E9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E2BC0A-3D30-9580-5FD2-0EA98D235B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3CDF4-5052-CECF-E4B1-B202468B8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7AD3A-2E00-40AC-B4EF-D2178F39DCFF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BE7110-2686-0B7B-8F04-EF7C62BBD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D2044B-9F58-B4D0-5BB6-CDBCEB113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C32EC-80C5-4746-9616-6E0EFF3EC8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5332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E77BF-4D4A-CC9D-FA0C-AB56075D8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6599E-7023-9AD0-B279-76068ACE80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E2D123-6E21-EDD2-9263-F40F5C4E6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7AD3A-2E00-40AC-B4EF-D2178F39DCFF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6EFED-C719-3B0E-E7A5-C44C42BF0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D7256-A401-8E0C-7004-5B12CDE54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C32EC-80C5-4746-9616-6E0EFF3EC8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1437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31BAA-BA7E-69C5-22F5-463AD2DB1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DA9B62-BB16-413F-934F-BC50ECE18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650B6-1084-CFD2-2919-41AE261A4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7AD3A-2E00-40AC-B4EF-D2178F39DCFF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5E6682-F098-AED0-A57A-24E8C32DF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3C30BF-4CAF-53A2-17AF-104922689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C32EC-80C5-4746-9616-6E0EFF3EC8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8924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CBC85-8ABE-2A5A-88B7-11B3E1E7F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8B1A4-4C63-BF82-C6F3-62D845D0B1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0BFB88-CA7E-0FE8-F5F9-1B447B82F5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64E8D0-530A-075E-A702-B4030530D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7AD3A-2E00-40AC-B4EF-D2178F39DCFF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165ED5-34E3-6E6A-7890-A8D727366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FE84D5-DCEE-38E2-9CDD-9A703AF9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C32EC-80C5-4746-9616-6E0EFF3EC8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9219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538B2-974A-3014-6398-EA2188081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2BB1A-1EF8-49EC-51DD-69EF414643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FA28F8-AACD-EB44-55EB-7AECCF535C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2CAA6F-D8CB-E1A4-9AE8-946D1FC21D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34C639-4022-AE2E-EEC3-ADD5A9B501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21CEFF-4283-B54A-8AEE-60DF2E91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7AD3A-2E00-40AC-B4EF-D2178F39DCFF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2D7DFF-71BA-7323-9A16-F55CB8A1F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3A1DAF-B12C-6D94-0223-50AAA68FE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C32EC-80C5-4746-9616-6E0EFF3EC8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2418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344B9-217A-ADF2-E036-87EE135BB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47BAB0-4F6E-3DC5-0E55-E8176751F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7AD3A-2E00-40AC-B4EF-D2178F39DCFF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72584B-3AB4-1E6B-2A50-A319EDF93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8BE872-DB46-DB1F-26DF-3C4319ADD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C32EC-80C5-4746-9616-6E0EFF3EC8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8389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D197C1-39CC-9242-1089-7B44ADA3A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7AD3A-2E00-40AC-B4EF-D2178F39DCFF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416D5F-04E5-36EA-7671-21D11A219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71C6B1-8ACD-5FE0-8062-668441DDE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C32EC-80C5-4746-9616-6E0EFF3EC8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8574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47D74-832D-F86B-D952-FEB662632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0ED5F-56BB-0880-D4A4-B353D7994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C614DA-9709-3476-2E16-8516285B4C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E7609-CFF9-3839-9A08-8AF695BF3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7AD3A-2E00-40AC-B4EF-D2178F39DCFF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0445EC-DEE7-965A-E9E8-029CD5738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3023FF-BB11-9C46-76DB-8DEEDE13E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C32EC-80C5-4746-9616-6E0EFF3EC8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0328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E1BDD-B883-A048-5A46-CFAECA349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1CB593-C9F4-642E-7BEF-6D23E5D5D4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F05BF3-A79E-5970-539A-CB718522A0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EFADD7-F374-0362-29C7-4A902C08E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7AD3A-2E00-40AC-B4EF-D2178F39DCFF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47E13E-B97C-C212-B201-3FDF1E5D7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3241BF-677A-2157-D510-2A5467FAA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C32EC-80C5-4746-9616-6E0EFF3EC8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1460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B1815-A33E-BA2F-F6DE-9D3DE8F89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4EB50D-F363-54D1-FFAB-7EA16ED7DC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B0CF9-BDE1-88F6-3BD0-170D9032E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7AD3A-2E00-40AC-B4EF-D2178F39DCFF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3754F-6034-4628-0040-E36E75E71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2A5C0-7D65-71B5-98F1-4BC1EA1BA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C32EC-80C5-4746-9616-6E0EFF3EC8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5256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5636D2-A216-44C0-FCB3-280AC19BC4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4E53EF-F299-230E-F2CD-7AC0670054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CC6A51-B818-86FE-0AD3-6A8FFF754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7AD3A-2E00-40AC-B4EF-D2178F39DCFF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CDCBB-AD65-5633-E7C4-2376517B5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4722B-8635-A702-2B44-A0C445158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C32EC-80C5-4746-9616-6E0EFF3EC8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2621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D84DE9-7137-0424-68D1-EAC2B9972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F17E7D-1103-5A40-A6C0-24AC6E9F7B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C3B3AA-22EB-6DCA-5518-35BB240B87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F7AD3A-2E00-40AC-B4EF-D2178F39DCFF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1DCE1B-CA54-AE83-07C3-34A2D407B1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25410-66F0-EDB2-78CC-67C54CB3EF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CC32EC-80C5-4746-9616-6E0EFF3EC8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8839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0C08A19-6C3D-459F-2C9C-FAF7B60D2317}"/>
              </a:ext>
            </a:extLst>
          </p:cNvPr>
          <p:cNvGrpSpPr/>
          <p:nvPr/>
        </p:nvGrpSpPr>
        <p:grpSpPr>
          <a:xfrm>
            <a:off x="2529884" y="1485419"/>
            <a:ext cx="7275240" cy="4403317"/>
            <a:chOff x="2529884" y="1485419"/>
            <a:chExt cx="4296945" cy="2600713"/>
          </a:xfrm>
        </p:grpSpPr>
        <p:sp>
          <p:nvSpPr>
            <p:cNvPr id="47" name="Arc 46">
              <a:extLst>
                <a:ext uri="{FF2B5EF4-FFF2-40B4-BE49-F238E27FC236}">
                  <a16:creationId xmlns:a16="http://schemas.microsoft.com/office/drawing/2014/main" id="{5A0802CB-0934-7C5F-3F85-9C5B47DC1B39}"/>
                </a:ext>
              </a:extLst>
            </p:cNvPr>
            <p:cNvSpPr/>
            <p:nvPr/>
          </p:nvSpPr>
          <p:spPr>
            <a:xfrm rot="8449048">
              <a:off x="3917299" y="1485419"/>
              <a:ext cx="1451378" cy="1431365"/>
            </a:xfrm>
            <a:prstGeom prst="arc">
              <a:avLst>
                <a:gd name="adj1" fmla="val 15496379"/>
                <a:gd name="adj2" fmla="val 21546438"/>
              </a:avLst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37CFC80-10DC-AA9D-1519-BB19326C39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66957" y="2201101"/>
              <a:ext cx="1667245" cy="1419922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AD5A7CD-FFA7-1C22-ECDD-3CC12CC49CFF}"/>
                </a:ext>
              </a:extLst>
            </p:cNvPr>
            <p:cNvSpPr/>
            <p:nvPr/>
          </p:nvSpPr>
          <p:spPr>
            <a:xfrm>
              <a:off x="2529884" y="3146770"/>
              <a:ext cx="874146" cy="930217"/>
            </a:xfrm>
            <a:prstGeom prst="ellipse">
              <a:avLst/>
            </a:prstGeom>
            <a:solidFill>
              <a:srgbClr val="F2F2F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</a:t>
              </a: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8C94983-595E-4B47-3357-348526FA0FB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34202" y="2201101"/>
              <a:ext cx="1755554" cy="1419922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153C7F94-AE14-C825-0F86-BA1FC1E9CD19}"/>
                </a:ext>
              </a:extLst>
            </p:cNvPr>
            <p:cNvSpPr/>
            <p:nvPr/>
          </p:nvSpPr>
          <p:spPr>
            <a:xfrm>
              <a:off x="4197129" y="1735993"/>
              <a:ext cx="874146" cy="930217"/>
            </a:xfrm>
            <a:prstGeom prst="ellipse">
              <a:avLst/>
            </a:prstGeom>
            <a:solidFill>
              <a:srgbClr val="8826C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7F54FCE-EB27-CE40-B532-3B142060A817}"/>
                </a:ext>
              </a:extLst>
            </p:cNvPr>
            <p:cNvSpPr/>
            <p:nvPr/>
          </p:nvSpPr>
          <p:spPr>
            <a:xfrm>
              <a:off x="5952683" y="3155915"/>
              <a:ext cx="874146" cy="930217"/>
            </a:xfrm>
            <a:prstGeom prst="ellipse">
              <a:avLst/>
            </a:prstGeom>
            <a:solidFill>
              <a:srgbClr val="D9352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B16D9865-B805-47CF-D47A-58BCCB3967A0}"/>
                    </a:ext>
                  </a:extLst>
                </p:cNvPr>
                <p:cNvSpPr txBox="1"/>
                <p:nvPr/>
              </p:nvSpPr>
              <p:spPr>
                <a:xfrm>
                  <a:off x="5247261" y="2536757"/>
                  <a:ext cx="1005887" cy="28350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1.484 </m:t>
                        </m:r>
                        <m:r>
                          <m:rPr>
                            <m:sty m:val="p"/>
                          </m:r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Å</m:t>
                        </m:r>
                      </m:oMath>
                    </m:oMathPara>
                  </a14:m>
                  <a:endParaRPr lang="en-GB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B16D9865-B805-47CF-D47A-58BCCB3967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47261" y="2536757"/>
                  <a:ext cx="1005887" cy="28350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FD510F8C-974C-6C01-403B-FA9AFEDA2154}"/>
                    </a:ext>
                  </a:extLst>
                </p:cNvPr>
                <p:cNvSpPr txBox="1"/>
                <p:nvPr/>
              </p:nvSpPr>
              <p:spPr>
                <a:xfrm>
                  <a:off x="3032827" y="2481544"/>
                  <a:ext cx="1005887" cy="28350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1.455 </m:t>
                        </m:r>
                        <m:r>
                          <m:rPr>
                            <m:sty m:val="p"/>
                          </m:r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Å</m:t>
                        </m:r>
                      </m:oMath>
                    </m:oMathPara>
                  </a14:m>
                  <a:endParaRPr lang="en-GB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FD510F8C-974C-6C01-403B-FA9AFEDA21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32827" y="2481544"/>
                  <a:ext cx="1005887" cy="28350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2D02E829-C8AA-E5E7-8819-945B2B4170E4}"/>
                    </a:ext>
                  </a:extLst>
                </p:cNvPr>
                <p:cNvSpPr txBox="1"/>
                <p:nvPr/>
              </p:nvSpPr>
              <p:spPr>
                <a:xfrm>
                  <a:off x="4175413" y="2932664"/>
                  <a:ext cx="1005887" cy="27267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104.4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∘</m:t>
                            </m:r>
                          </m:sup>
                        </m:sSup>
                      </m:oMath>
                    </m:oMathPara>
                  </a14:m>
                  <a:endParaRPr lang="en-GB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2D02E829-C8AA-E5E7-8819-945B2B4170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5413" y="2932664"/>
                  <a:ext cx="1005887" cy="27267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699379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D574A-F2CE-0DD2-3CC6-284891751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3D7BB48-F011-6BD8-6C0C-0D6A07F955CF}"/>
              </a:ext>
            </a:extLst>
          </p:cNvPr>
          <p:cNvGrpSpPr/>
          <p:nvPr/>
        </p:nvGrpSpPr>
        <p:grpSpPr>
          <a:xfrm>
            <a:off x="3599376" y="899191"/>
            <a:ext cx="5178253" cy="5426792"/>
            <a:chOff x="3599376" y="899191"/>
            <a:chExt cx="5178253" cy="5426792"/>
          </a:xfrm>
        </p:grpSpPr>
        <p:sp>
          <p:nvSpPr>
            <p:cNvPr id="47" name="Arc 46">
              <a:extLst>
                <a:ext uri="{FF2B5EF4-FFF2-40B4-BE49-F238E27FC236}">
                  <a16:creationId xmlns:a16="http://schemas.microsoft.com/office/drawing/2014/main" id="{E00A34CF-8AA1-2586-DF2E-3398498B3F66}"/>
                </a:ext>
              </a:extLst>
            </p:cNvPr>
            <p:cNvSpPr/>
            <p:nvPr/>
          </p:nvSpPr>
          <p:spPr>
            <a:xfrm rot="5144585">
              <a:off x="3582434" y="1481558"/>
              <a:ext cx="2457356" cy="2423472"/>
            </a:xfrm>
            <a:prstGeom prst="arc">
              <a:avLst>
                <a:gd name="adj1" fmla="val 15496379"/>
                <a:gd name="adj2" fmla="val 21546438"/>
              </a:avLst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53ADA0E-5BF2-20F8-24B9-306BCEC2A5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37969" y="1686675"/>
              <a:ext cx="3099643" cy="1010479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5F66337-BA7C-C813-B682-C1B81815E3D1}"/>
                </a:ext>
              </a:extLst>
            </p:cNvPr>
            <p:cNvSpPr/>
            <p:nvPr/>
          </p:nvSpPr>
          <p:spPr>
            <a:xfrm>
              <a:off x="7297596" y="899191"/>
              <a:ext cx="1480033" cy="1574968"/>
            </a:xfrm>
            <a:prstGeom prst="ellipse">
              <a:avLst/>
            </a:prstGeom>
            <a:solidFill>
              <a:srgbClr val="F2F2F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</a:t>
              </a: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F295CC0-DBF8-EFC2-9AF0-828D01A890F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31455" y="2697154"/>
              <a:ext cx="6514" cy="2926406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280447AB-28FE-B511-8F76-F72F2704CC20}"/>
                </a:ext>
              </a:extLst>
            </p:cNvPr>
            <p:cNvSpPr/>
            <p:nvPr/>
          </p:nvSpPr>
          <p:spPr>
            <a:xfrm>
              <a:off x="4191440" y="1909671"/>
              <a:ext cx="1480033" cy="1574968"/>
            </a:xfrm>
            <a:prstGeom prst="ellipse">
              <a:avLst/>
            </a:prstGeom>
            <a:solidFill>
              <a:srgbClr val="8826C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8EF4465-53E9-89D7-ECDB-5EF19EE4809D}"/>
                </a:ext>
              </a:extLst>
            </p:cNvPr>
            <p:cNvSpPr/>
            <p:nvPr/>
          </p:nvSpPr>
          <p:spPr>
            <a:xfrm>
              <a:off x="4191439" y="4751015"/>
              <a:ext cx="1480033" cy="1574968"/>
            </a:xfrm>
            <a:prstGeom prst="ellipse">
              <a:avLst/>
            </a:prstGeom>
            <a:solidFill>
              <a:srgbClr val="D9352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0B6BFB7-7EFB-DDC3-6926-0EB97780D9CC}"/>
                    </a:ext>
                  </a:extLst>
                </p:cNvPr>
                <p:cNvSpPr txBox="1"/>
                <p:nvPr/>
              </p:nvSpPr>
              <p:spPr>
                <a:xfrm>
                  <a:off x="3728498" y="3670814"/>
                  <a:ext cx="1703087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0B6BFB7-7EFB-DDC3-6926-0EB97780D9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28498" y="3670814"/>
                  <a:ext cx="1703087" cy="5847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FD075C99-06C4-26D6-83AD-AD6C788886EF}"/>
                    </a:ext>
                  </a:extLst>
                </p:cNvPr>
                <p:cNvSpPr txBox="1"/>
                <p:nvPr/>
              </p:nvSpPr>
              <p:spPr>
                <a:xfrm>
                  <a:off x="5449922" y="1500500"/>
                  <a:ext cx="1703087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FD075C99-06C4-26D6-83AD-AD6C788886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49922" y="1500500"/>
                  <a:ext cx="1703087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D29B6249-D196-AC9D-C6B8-018AAD065877}"/>
                    </a:ext>
                  </a:extLst>
                </p:cNvPr>
                <p:cNvSpPr txBox="1"/>
                <p:nvPr/>
              </p:nvSpPr>
              <p:spPr>
                <a:xfrm>
                  <a:off x="5186681" y="3192580"/>
                  <a:ext cx="1703087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oMath>
                    </m:oMathPara>
                  </a14:m>
                  <a:endPara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D29B6249-D196-AC9D-C6B8-018AAD0658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86681" y="3192580"/>
                  <a:ext cx="1703087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612D1359-D49E-F522-3580-95ACCFAD79ED}"/>
                </a:ext>
              </a:extLst>
            </p:cNvPr>
            <p:cNvGrpSpPr/>
            <p:nvPr/>
          </p:nvGrpSpPr>
          <p:grpSpPr>
            <a:xfrm>
              <a:off x="6748363" y="3746943"/>
              <a:ext cx="990759" cy="1022926"/>
              <a:chOff x="6595459" y="3777355"/>
              <a:chExt cx="990759" cy="1022926"/>
            </a:xfrm>
          </p:grpSpPr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96AEE7BF-AE50-F70D-1016-7AC735D141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01809" y="3777355"/>
                <a:ext cx="0" cy="1022926"/>
              </a:xfrm>
              <a:prstGeom prst="line">
                <a:avLst/>
              </a:prstGeom>
              <a:ln w="28575">
                <a:head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E4F6C35F-EC06-C35D-DB8C-CC0A4273308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595459" y="4793931"/>
                <a:ext cx="990759" cy="0"/>
              </a:xfrm>
              <a:prstGeom prst="line">
                <a:avLst/>
              </a:prstGeom>
              <a:ln w="28575">
                <a:head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DCAE7460-EF02-940E-C124-B9FE596D4C3B}"/>
                    </a:ext>
                  </a:extLst>
                </p:cNvPr>
                <p:cNvSpPr txBox="1"/>
                <p:nvPr/>
              </p:nvSpPr>
              <p:spPr>
                <a:xfrm>
                  <a:off x="6748139" y="3523948"/>
                  <a:ext cx="687958" cy="5803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𝑧</m:t>
                        </m:r>
                      </m:oMath>
                    </m:oMathPara>
                  </a14:m>
                  <a:endParaRPr lang="en-US" sz="32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DCAE7460-EF02-940E-C124-B9FE596D4C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48139" y="3523948"/>
                  <a:ext cx="687958" cy="58034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F65D02AF-ECCF-618C-C7C3-834ACFAC9772}"/>
                    </a:ext>
                  </a:extLst>
                </p:cNvPr>
                <p:cNvSpPr txBox="1"/>
                <p:nvPr/>
              </p:nvSpPr>
              <p:spPr>
                <a:xfrm>
                  <a:off x="7488216" y="4612321"/>
                  <a:ext cx="687958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𝑥</m:t>
                        </m:r>
                      </m:oMath>
                    </m:oMathPara>
                  </a14:m>
                  <a:endParaRPr lang="en-US" sz="32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F65D02AF-ECCF-618C-C7C3-834ACFAC97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88216" y="4612321"/>
                  <a:ext cx="687958" cy="58477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071236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Office PowerPoint</Application>
  <PresentationFormat>Widescreen</PresentationFormat>
  <Paragraphs>14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Cambria Math</vt:lpstr>
      <vt:lpstr>Tahoma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 Mok</dc:creator>
  <cp:lastModifiedBy>Ryan Mok</cp:lastModifiedBy>
  <cp:revision>1</cp:revision>
  <dcterms:created xsi:type="dcterms:W3CDTF">2026-07-30T15:40:49Z</dcterms:created>
  <dcterms:modified xsi:type="dcterms:W3CDTF">2026-08-19T14:51:03Z</dcterms:modified>
</cp:coreProperties>
</file>