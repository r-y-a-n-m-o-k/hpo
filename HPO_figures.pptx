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36" d="100"/>
          <a:sy n="136" d="100"/>
        </p:scale>
        <p:origin x="-1244" y="-1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C3B4C-7E71-C565-6593-1A9B9EC1E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E2BC0A-3D30-9580-5FD2-0EA98D235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3CDF4-5052-CECF-E4B1-B202468B8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E7110-2686-0B7B-8F04-EF7C62BBD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D2044B-9F58-B4D0-5BB6-CDBCEB113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332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E77BF-4D4A-CC9D-FA0C-AB56075D8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6599E-7023-9AD0-B279-76068ACE8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2D123-6E21-EDD2-9263-F40F5C4E6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6EFED-C719-3B0E-E7A5-C44C42BF0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D7256-A401-8E0C-7004-5B12CDE5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1437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1BAA-BA7E-69C5-22F5-463AD2DB1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DA9B62-BB16-413F-934F-BC50ECE18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650B6-1084-CFD2-2919-41AE261A4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E6682-F098-AED0-A57A-24E8C32DF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C30BF-4CAF-53A2-17AF-104922689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8924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CBC85-8ABE-2A5A-88B7-11B3E1E7F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8B1A4-4C63-BF82-C6F3-62D845D0B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BFB88-CA7E-0FE8-F5F9-1B447B82F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4E8D0-530A-075E-A702-B4030530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65ED5-34E3-6E6A-7890-A8D72736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E84D5-DCEE-38E2-9CDD-9A703AF9D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219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538B2-974A-3014-6398-EA2188081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2BB1A-1EF8-49EC-51DD-69EF41464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FA28F8-AACD-EB44-55EB-7AECCF535C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CAA6F-D8CB-E1A4-9AE8-946D1FC21D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34C639-4022-AE2E-EEC3-ADD5A9B501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21CEFF-4283-B54A-8AEE-60DF2E91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2D7DFF-71BA-7323-9A16-F55CB8A1F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3A1DAF-B12C-6D94-0223-50AAA68FE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41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44B9-217A-ADF2-E036-87EE135BB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47BAB0-4F6E-3DC5-0E55-E8176751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2584B-3AB4-1E6B-2A50-A319EDF9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8BE872-DB46-DB1F-26DF-3C4319AD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389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D197C1-39CC-9242-1089-7B44ADA3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416D5F-04E5-36EA-7671-21D11A219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1C6B1-8ACD-5FE0-8062-668441DDE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85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47D74-832D-F86B-D952-FEB66263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0ED5F-56BB-0880-D4A4-B353D7994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C614DA-9709-3476-2E16-8516285B4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E7609-CFF9-3839-9A08-8AF695BF3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445EC-DEE7-965A-E9E8-029CD573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023FF-BB11-9C46-76DB-8DEEDE13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328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1BDD-B883-A048-5A46-CFAECA349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1CB593-C9F4-642E-7BEF-6D23E5D5D4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05BF3-A79E-5970-539A-CB718522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FADD7-F374-0362-29C7-4A902C08E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7E13E-B97C-C212-B201-3FDF1E5D7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3241BF-677A-2157-D510-2A5467FAA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460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B1815-A33E-BA2F-F6DE-9D3DE8F89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4EB50D-F363-54D1-FFAB-7EA16ED7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B0CF9-BDE1-88F6-3BD0-170D9032E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3754F-6034-4628-0040-E36E75E71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2A5C0-7D65-71B5-98F1-4BC1EA1BA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25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5636D2-A216-44C0-FCB3-280AC19BC4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4E53EF-F299-230E-F2CD-7AC0670054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C6A51-B818-86FE-0AD3-6A8FFF754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CDCBB-AD65-5633-E7C4-2376517B5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4722B-8635-A702-2B44-A0C445158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2621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84DE9-7137-0424-68D1-EAC2B997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17E7D-1103-5A40-A6C0-24AC6E9F7B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3B3AA-22EB-6DCA-5518-35BB240B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AD3A-2E00-40AC-B4EF-D2178F39DCFF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DCE1B-CA54-AE83-07C3-34A2D407B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25410-66F0-EDB2-78CC-67C54CB3E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CC32EC-80C5-4746-9616-6E0EFF3EC8A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839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Arc 46">
            <a:extLst>
              <a:ext uri="{FF2B5EF4-FFF2-40B4-BE49-F238E27FC236}">
                <a16:creationId xmlns:a16="http://schemas.microsoft.com/office/drawing/2014/main" id="{5A0802CB-0934-7C5F-3F85-9C5B47DC1B39}"/>
              </a:ext>
            </a:extLst>
          </p:cNvPr>
          <p:cNvSpPr/>
          <p:nvPr/>
        </p:nvSpPr>
        <p:spPr>
          <a:xfrm rot="8449048">
            <a:off x="3917299" y="1485419"/>
            <a:ext cx="1451378" cy="1431365"/>
          </a:xfrm>
          <a:prstGeom prst="arc">
            <a:avLst>
              <a:gd name="adj1" fmla="val 15496379"/>
              <a:gd name="adj2" fmla="val 21546438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7CFC80-10DC-AA9D-1519-BB19326C3974}"/>
              </a:ext>
            </a:extLst>
          </p:cNvPr>
          <p:cNvCxnSpPr>
            <a:cxnSpLocks/>
          </p:cNvCxnSpPr>
          <p:nvPr/>
        </p:nvCxnSpPr>
        <p:spPr>
          <a:xfrm flipV="1">
            <a:off x="2966957" y="2201101"/>
            <a:ext cx="1667245" cy="14199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AD5A7CD-FFA7-1C22-ECDD-3CC12CC49CFF}"/>
              </a:ext>
            </a:extLst>
          </p:cNvPr>
          <p:cNvSpPr/>
          <p:nvPr/>
        </p:nvSpPr>
        <p:spPr>
          <a:xfrm>
            <a:off x="2529884" y="3146770"/>
            <a:ext cx="874146" cy="930217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C94983-595E-4B47-3357-348526FA0FB8}"/>
              </a:ext>
            </a:extLst>
          </p:cNvPr>
          <p:cNvCxnSpPr>
            <a:cxnSpLocks/>
          </p:cNvCxnSpPr>
          <p:nvPr/>
        </p:nvCxnSpPr>
        <p:spPr>
          <a:xfrm flipH="1" flipV="1">
            <a:off x="4634202" y="2201101"/>
            <a:ext cx="1755554" cy="14199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53C7F94-AE14-C825-0F86-BA1FC1E9CD19}"/>
              </a:ext>
            </a:extLst>
          </p:cNvPr>
          <p:cNvSpPr/>
          <p:nvPr/>
        </p:nvSpPr>
        <p:spPr>
          <a:xfrm>
            <a:off x="4197129" y="1735993"/>
            <a:ext cx="874146" cy="930217"/>
          </a:xfrm>
          <a:prstGeom prst="ellipse">
            <a:avLst/>
          </a:prstGeom>
          <a:solidFill>
            <a:srgbClr val="8826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F54FCE-EB27-CE40-B532-3B142060A817}"/>
              </a:ext>
            </a:extLst>
          </p:cNvPr>
          <p:cNvSpPr/>
          <p:nvPr/>
        </p:nvSpPr>
        <p:spPr>
          <a:xfrm>
            <a:off x="5952683" y="3155915"/>
            <a:ext cx="874146" cy="930217"/>
          </a:xfrm>
          <a:prstGeom prst="ellipse">
            <a:avLst/>
          </a:prstGeom>
          <a:solidFill>
            <a:srgbClr val="D9352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16D9865-B805-47CF-D47A-58BCCB3967A0}"/>
                  </a:ext>
                </a:extLst>
              </p:cNvPr>
              <p:cNvSpPr txBox="1"/>
              <p:nvPr/>
            </p:nvSpPr>
            <p:spPr>
              <a:xfrm>
                <a:off x="5295560" y="2481544"/>
                <a:ext cx="1005887" cy="3831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1.484 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Å</m:t>
                      </m:r>
                    </m:oMath>
                  </m:oMathPara>
                </a14:m>
                <a:endParaRPr lang="en-GB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16D9865-B805-47CF-D47A-58BCCB396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560" y="2481544"/>
                <a:ext cx="1005887" cy="383118"/>
              </a:xfrm>
              <a:prstGeom prst="rect">
                <a:avLst/>
              </a:prstGeom>
              <a:blipFill>
                <a:blip r:embed="rId2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D510F8C-974C-6C01-403B-FA9AFEDA2154}"/>
                  </a:ext>
                </a:extLst>
              </p:cNvPr>
              <p:cNvSpPr txBox="1"/>
              <p:nvPr/>
            </p:nvSpPr>
            <p:spPr>
              <a:xfrm>
                <a:off x="2972705" y="2420126"/>
                <a:ext cx="1005887" cy="3831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1.455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Å</m:t>
                      </m:r>
                    </m:oMath>
                  </m:oMathPara>
                </a14:m>
                <a:endParaRPr lang="en-GB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D510F8C-974C-6C01-403B-FA9AFEDA2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2705" y="2420126"/>
                <a:ext cx="1005887" cy="383118"/>
              </a:xfrm>
              <a:prstGeom prst="rect">
                <a:avLst/>
              </a:prstGeom>
              <a:blipFill>
                <a:blip r:embed="rId3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D02E829-C8AA-E5E7-8819-945B2B4170E4}"/>
                  </a:ext>
                </a:extLst>
              </p:cNvPr>
              <p:cNvSpPr txBox="1"/>
              <p:nvPr/>
            </p:nvSpPr>
            <p:spPr>
              <a:xfrm>
                <a:off x="4175413" y="2911062"/>
                <a:ext cx="10058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104.4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GB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D02E829-C8AA-E5E7-8819-945B2B417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5413" y="2911062"/>
                <a:ext cx="100588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9379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Tahoma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Mok</dc:creator>
  <cp:lastModifiedBy>Ryan Mok</cp:lastModifiedBy>
  <cp:revision>1</cp:revision>
  <dcterms:created xsi:type="dcterms:W3CDTF">2026-07-30T15:40:49Z</dcterms:created>
  <dcterms:modified xsi:type="dcterms:W3CDTF">2026-07-30T21:28:44Z</dcterms:modified>
</cp:coreProperties>
</file>