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57" r:id="rId2"/>
  </p:sldIdLst>
  <p:sldSz cx="42803763" cy="30275213"/>
  <p:notesSz cx="6858000" cy="9144000"/>
  <p:embeddedFontLst>
    <p:embeddedFont>
      <p:font typeface="UCL Sans" panose="020B0604020202020204" charset="0"/>
      <p:regular r:id="rId3"/>
      <p:bold r:id="rId4"/>
      <p:italic r:id="rId5"/>
    </p:embeddedFont>
    <p:embeddedFont>
      <p:font typeface="UCL Sans SemiBold" panose="020B0604020202020204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134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C152"/>
    <a:srgbClr val="FFCA36"/>
    <a:srgbClr val="FEF9E6"/>
    <a:srgbClr val="000000"/>
    <a:srgbClr val="B5BD00"/>
    <a:srgbClr val="D1D1D2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4660"/>
  </p:normalViewPr>
  <p:slideViewPr>
    <p:cSldViewPr snapToGrid="0" showGuides="1">
      <p:cViewPr>
        <p:scale>
          <a:sx n="22" d="100"/>
          <a:sy n="22" d="100"/>
        </p:scale>
        <p:origin x="232" y="-220"/>
      </p:cViewPr>
      <p:guideLst>
        <p:guide orient="horz" pos="9536"/>
        <p:guide pos="134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Mok" userId="2b5ff9b4bc27d924" providerId="LiveId" clId="{98BDB49B-93C9-4AB7-A5FC-395AE49E91C6}"/>
    <pc:docChg chg="delSld modSld delMainMaster">
      <pc:chgData name="Ryan Mok" userId="2b5ff9b4bc27d924" providerId="LiveId" clId="{98BDB49B-93C9-4AB7-A5FC-395AE49E91C6}" dt="2026-08-14T16:51:16.845" v="122" actId="20577"/>
      <pc:docMkLst>
        <pc:docMk/>
      </pc:docMkLst>
      <pc:sldChg chg="del">
        <pc:chgData name="Ryan Mok" userId="2b5ff9b4bc27d924" providerId="LiveId" clId="{98BDB49B-93C9-4AB7-A5FC-395AE49E91C6}" dt="2026-08-14T16:50:13.628" v="0" actId="47"/>
        <pc:sldMkLst>
          <pc:docMk/>
          <pc:sldMk cId="4227999703" sldId="256"/>
        </pc:sldMkLst>
      </pc:sldChg>
      <pc:sldChg chg="modSp mod">
        <pc:chgData name="Ryan Mok" userId="2b5ff9b4bc27d924" providerId="LiveId" clId="{98BDB49B-93C9-4AB7-A5FC-395AE49E91C6}" dt="2026-08-14T16:51:16.845" v="122" actId="20577"/>
        <pc:sldMkLst>
          <pc:docMk/>
          <pc:sldMk cId="4284697073" sldId="257"/>
        </pc:sldMkLst>
        <pc:spChg chg="mod">
          <ac:chgData name="Ryan Mok" userId="2b5ff9b4bc27d924" providerId="LiveId" clId="{98BDB49B-93C9-4AB7-A5FC-395AE49E91C6}" dt="2026-08-14T16:51:16.845" v="122" actId="20577"/>
          <ac:spMkLst>
            <pc:docMk/>
            <pc:sldMk cId="4284697073" sldId="257"/>
            <ac:spMk id="14" creationId="{9BFCBC3D-2EFC-CCF0-854D-98879A67B246}"/>
          </ac:spMkLst>
        </pc:spChg>
      </pc:sldChg>
      <pc:sldMasterChg chg="del delSldLayout">
        <pc:chgData name="Ryan Mok" userId="2b5ff9b4bc27d924" providerId="LiveId" clId="{98BDB49B-93C9-4AB7-A5FC-395AE49E91C6}" dt="2026-08-14T16:50:13.628" v="0" actId="47"/>
        <pc:sldMasterMkLst>
          <pc:docMk/>
          <pc:sldMasterMk cId="923524128" sldId="2147483660"/>
        </pc:sldMasterMkLst>
        <pc:sldLayoutChg chg="del">
          <pc:chgData name="Ryan Mok" userId="2b5ff9b4bc27d924" providerId="LiveId" clId="{98BDB49B-93C9-4AB7-A5FC-395AE49E91C6}" dt="2026-08-14T16:50:13.628" v="0" actId="47"/>
          <pc:sldLayoutMkLst>
            <pc:docMk/>
            <pc:sldMasterMk cId="923524128" sldId="2147483660"/>
            <pc:sldLayoutMk cId="481391781" sldId="2147483661"/>
          </pc:sldLayoutMkLst>
        </pc:sldLayoutChg>
        <pc:sldLayoutChg chg="del">
          <pc:chgData name="Ryan Mok" userId="2b5ff9b4bc27d924" providerId="LiveId" clId="{98BDB49B-93C9-4AB7-A5FC-395AE49E91C6}" dt="2026-08-14T16:50:13.628" v="0" actId="47"/>
          <pc:sldLayoutMkLst>
            <pc:docMk/>
            <pc:sldMasterMk cId="923524128" sldId="2147483660"/>
            <pc:sldLayoutMk cId="3585393932" sldId="2147483662"/>
          </pc:sldLayoutMkLst>
        </pc:sldLayoutChg>
        <pc:sldLayoutChg chg="del">
          <pc:chgData name="Ryan Mok" userId="2b5ff9b4bc27d924" providerId="LiveId" clId="{98BDB49B-93C9-4AB7-A5FC-395AE49E91C6}" dt="2026-08-14T16:50:13.628" v="0" actId="47"/>
          <pc:sldLayoutMkLst>
            <pc:docMk/>
            <pc:sldMasterMk cId="923524128" sldId="2147483660"/>
            <pc:sldLayoutMk cId="3550616651" sldId="2147483663"/>
          </pc:sldLayoutMkLst>
        </pc:sldLayoutChg>
        <pc:sldLayoutChg chg="del">
          <pc:chgData name="Ryan Mok" userId="2b5ff9b4bc27d924" providerId="LiveId" clId="{98BDB49B-93C9-4AB7-A5FC-395AE49E91C6}" dt="2026-08-14T16:50:13.628" v="0" actId="47"/>
          <pc:sldLayoutMkLst>
            <pc:docMk/>
            <pc:sldMasterMk cId="923524128" sldId="2147483660"/>
            <pc:sldLayoutMk cId="2778667958" sldId="2147483664"/>
          </pc:sldLayoutMkLst>
        </pc:sldLayoutChg>
        <pc:sldLayoutChg chg="del">
          <pc:chgData name="Ryan Mok" userId="2b5ff9b4bc27d924" providerId="LiveId" clId="{98BDB49B-93C9-4AB7-A5FC-395AE49E91C6}" dt="2026-08-14T16:50:13.628" v="0" actId="47"/>
          <pc:sldLayoutMkLst>
            <pc:docMk/>
            <pc:sldMasterMk cId="923524128" sldId="2147483660"/>
            <pc:sldLayoutMk cId="96750265" sldId="2147483666"/>
          </pc:sldLayoutMkLst>
        </pc:sldLayoutChg>
        <pc:sldLayoutChg chg="del">
          <pc:chgData name="Ryan Mok" userId="2b5ff9b4bc27d924" providerId="LiveId" clId="{98BDB49B-93C9-4AB7-A5FC-395AE49E91C6}" dt="2026-08-14T16:50:13.628" v="0" actId="47"/>
          <pc:sldLayoutMkLst>
            <pc:docMk/>
            <pc:sldMasterMk cId="923524128" sldId="2147483660"/>
            <pc:sldLayoutMk cId="3840978937" sldId="2147483670"/>
          </pc:sldLayoutMkLst>
        </pc:sldLayoutChg>
        <pc:sldLayoutChg chg="del">
          <pc:chgData name="Ryan Mok" userId="2b5ff9b4bc27d924" providerId="LiveId" clId="{98BDB49B-93C9-4AB7-A5FC-395AE49E91C6}" dt="2026-08-14T16:50:13.628" v="0" actId="47"/>
          <pc:sldLayoutMkLst>
            <pc:docMk/>
            <pc:sldMasterMk cId="923524128" sldId="2147483660"/>
            <pc:sldLayoutMk cId="3567258044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0 Portrait Poster - 2 column gu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 descr="Poster title"/>
          <p:cNvSpPr>
            <a:spLocks noGrp="1"/>
          </p:cNvSpPr>
          <p:nvPr>
            <p:ph type="title" hasCustomPrompt="1"/>
          </p:nvPr>
        </p:nvSpPr>
        <p:spPr>
          <a:xfrm>
            <a:off x="9800491" y="1420813"/>
            <a:ext cx="31547533" cy="1908175"/>
          </a:xfrm>
          <a:prstGeom prst="rect">
            <a:avLst/>
          </a:prstGeom>
        </p:spPr>
        <p:txBody>
          <a:bodyPr/>
          <a:lstStyle>
            <a:lvl1pPr>
              <a:defRPr sz="72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r>
              <a:rPr lang="en-US" dirty="0"/>
              <a:t>Click to add title – UCL Sans Semibold </a:t>
            </a:r>
            <a:br>
              <a:rPr lang="en-US" dirty="0"/>
            </a:br>
            <a:r>
              <a:rPr lang="en-US" dirty="0"/>
              <a:t>72 pts up to three lines</a:t>
            </a:r>
            <a:endParaRPr lang="en-GB" dirty="0"/>
          </a:p>
        </p:txBody>
      </p:sp>
      <p:sp>
        <p:nvSpPr>
          <p:cNvPr id="5" name="Text Placeholder 4" descr="Authors"/>
          <p:cNvSpPr>
            <a:spLocks noGrp="1"/>
          </p:cNvSpPr>
          <p:nvPr>
            <p:ph type="body" sz="quarter" idx="17" hasCustomPrompt="1"/>
          </p:nvPr>
        </p:nvSpPr>
        <p:spPr>
          <a:xfrm>
            <a:off x="9759216" y="3976279"/>
            <a:ext cx="18087022" cy="1089112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authors – UCL Sans Semibold 36-48pts in up to three lines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0" hasCustomPrompt="1"/>
          </p:nvPr>
        </p:nvSpPr>
        <p:spPr>
          <a:xfrm>
            <a:off x="1455738" y="27198888"/>
            <a:ext cx="19729350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1" hasCustomPrompt="1"/>
          </p:nvPr>
        </p:nvSpPr>
        <p:spPr>
          <a:xfrm>
            <a:off x="21618675" y="27198888"/>
            <a:ext cx="19729351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collaborator logos here</a:t>
            </a:r>
          </a:p>
        </p:txBody>
      </p:sp>
      <p:sp>
        <p:nvSpPr>
          <p:cNvPr id="8" name="Text Placeholder 4" descr="Authors">
            <a:extLst>
              <a:ext uri="{FF2B5EF4-FFF2-40B4-BE49-F238E27FC236}">
                <a16:creationId xmlns:a16="http://schemas.microsoft.com/office/drawing/2014/main" id="{154E7EC7-9A76-F946-71DE-4EF5B46C0B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278237" y="3976279"/>
            <a:ext cx="13069787" cy="1089111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0">
                <a:solidFill>
                  <a:schemeClr val="bg1"/>
                </a:solidFill>
                <a:latin typeface="UCL Sans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affiliation – UCL Sans Regular 24-36pts</a:t>
            </a:r>
          </a:p>
        </p:txBody>
      </p:sp>
    </p:spTree>
    <p:extLst>
      <p:ext uri="{BB962C8B-B14F-4D97-AF65-F5344CB8AC3E}">
        <p14:creationId xmlns:p14="http://schemas.microsoft.com/office/powerpoint/2010/main" val="811109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0 Portrait Poster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DCC4DC64-9091-DD51-986A-D23FA29050A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455738" y="16794686"/>
            <a:ext cx="13069787" cy="986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14" name="Title 2" descr="Poster title">
            <a:extLst>
              <a:ext uri="{FF2B5EF4-FFF2-40B4-BE49-F238E27FC236}">
                <a16:creationId xmlns:a16="http://schemas.microsoft.com/office/drawing/2014/main" id="{D34BA167-D069-6F9D-C743-20BB83082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00491" y="1420813"/>
            <a:ext cx="31547533" cy="1908175"/>
          </a:xfrm>
          <a:prstGeom prst="rect">
            <a:avLst/>
          </a:prstGeom>
        </p:spPr>
        <p:txBody>
          <a:bodyPr/>
          <a:lstStyle>
            <a:lvl1pPr>
              <a:defRPr sz="72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r>
              <a:rPr lang="en-US" dirty="0"/>
              <a:t>Click to add title – UCL Sans Semibold </a:t>
            </a:r>
            <a:br>
              <a:rPr lang="en-US" dirty="0"/>
            </a:br>
            <a:r>
              <a:rPr lang="en-US" dirty="0"/>
              <a:t>72 pts up to three lines</a:t>
            </a:r>
            <a:endParaRPr lang="en-GB" dirty="0"/>
          </a:p>
        </p:txBody>
      </p:sp>
      <p:sp>
        <p:nvSpPr>
          <p:cNvPr id="15" name="Text Placeholder 4" descr="Authors">
            <a:extLst>
              <a:ext uri="{FF2B5EF4-FFF2-40B4-BE49-F238E27FC236}">
                <a16:creationId xmlns:a16="http://schemas.microsoft.com/office/drawing/2014/main" id="{CC3D0CAF-2A09-7460-2A49-386EC1EE72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59216" y="3976279"/>
            <a:ext cx="18087022" cy="1089112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authors – UCL Sans Semibold 36-48pts in up to three lines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511AAE68-CD1C-181C-561A-37FE098FDD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5738" y="27198888"/>
            <a:ext cx="19729350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1716F857-D62B-B915-DEFA-087C26DA1C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618675" y="27198888"/>
            <a:ext cx="19729351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collaborator logos here</a:t>
            </a:r>
          </a:p>
        </p:txBody>
      </p:sp>
      <p:sp>
        <p:nvSpPr>
          <p:cNvPr id="18" name="Text Placeholder 4" descr="Authors">
            <a:extLst>
              <a:ext uri="{FF2B5EF4-FFF2-40B4-BE49-F238E27FC236}">
                <a16:creationId xmlns:a16="http://schemas.microsoft.com/office/drawing/2014/main" id="{1EB64D78-0D90-62E2-6610-27C9FDDA27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278237" y="3976279"/>
            <a:ext cx="13069787" cy="1089111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0">
                <a:solidFill>
                  <a:schemeClr val="bg1"/>
                </a:solidFill>
                <a:latin typeface="UCL Sans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affiliation – UCL Sans Regular 24-36pts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 hasCustomPrompt="1"/>
          </p:nvPr>
        </p:nvSpPr>
        <p:spPr>
          <a:xfrm>
            <a:off x="1455738" y="6461125"/>
            <a:ext cx="13069787" cy="986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6EAD142D-050F-AEEA-F86D-D271601D1DB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4992451" y="6461125"/>
            <a:ext cx="13069787" cy="986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B95A5A2D-CED0-E6AA-7782-C92452C30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8385722" y="6461125"/>
            <a:ext cx="13069787" cy="986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CEC80A7F-7DF5-8CBD-1F35-58951A5E3B0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4992451" y="16794686"/>
            <a:ext cx="13069787" cy="986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6" name="Content Placeholder 7">
            <a:extLst>
              <a:ext uri="{FF2B5EF4-FFF2-40B4-BE49-F238E27FC236}">
                <a16:creationId xmlns:a16="http://schemas.microsoft.com/office/drawing/2014/main" id="{7C8B80A8-4D7D-FB1D-4451-94E54060AF4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8385722" y="16794686"/>
            <a:ext cx="13069787" cy="986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39019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0 Portrait Poster - 2 columns with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24C032DB-2657-3583-4984-68F5177BFE4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55738" y="6461125"/>
            <a:ext cx="13069787" cy="201977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12" name="Title 2" descr="Poster title">
            <a:extLst>
              <a:ext uri="{FF2B5EF4-FFF2-40B4-BE49-F238E27FC236}">
                <a16:creationId xmlns:a16="http://schemas.microsoft.com/office/drawing/2014/main" id="{BA707C6E-AA9D-BDD6-123A-BFDFBCD20C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00491" y="1420813"/>
            <a:ext cx="31547533" cy="1908175"/>
          </a:xfrm>
          <a:prstGeom prst="rect">
            <a:avLst/>
          </a:prstGeom>
        </p:spPr>
        <p:txBody>
          <a:bodyPr/>
          <a:lstStyle>
            <a:lvl1pPr>
              <a:defRPr sz="72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r>
              <a:rPr lang="en-US" dirty="0"/>
              <a:t>Click to add title – UCL Sans Semibold </a:t>
            </a:r>
            <a:br>
              <a:rPr lang="en-US" dirty="0"/>
            </a:br>
            <a:r>
              <a:rPr lang="en-US" dirty="0"/>
              <a:t>72 pts up to three lines</a:t>
            </a:r>
            <a:endParaRPr lang="en-GB" dirty="0"/>
          </a:p>
        </p:txBody>
      </p:sp>
      <p:sp>
        <p:nvSpPr>
          <p:cNvPr id="15" name="Text Placeholder 4" descr="Authors">
            <a:extLst>
              <a:ext uri="{FF2B5EF4-FFF2-40B4-BE49-F238E27FC236}">
                <a16:creationId xmlns:a16="http://schemas.microsoft.com/office/drawing/2014/main" id="{B4B84AD6-875D-B718-CD8D-9928BE1EDB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59216" y="3976279"/>
            <a:ext cx="18087022" cy="1089112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authors – UCL Sans Semibold 36-48pts in up to three lines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B06403D-60DB-5569-0606-4152676DFE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5738" y="27198888"/>
            <a:ext cx="19729350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3BEE4633-7CFC-0C87-EC5B-096D2E807E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618675" y="27198888"/>
            <a:ext cx="19729351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collaborator logos here</a:t>
            </a:r>
          </a:p>
        </p:txBody>
      </p:sp>
      <p:sp>
        <p:nvSpPr>
          <p:cNvPr id="21" name="Text Placeholder 4" descr="Authors">
            <a:extLst>
              <a:ext uri="{FF2B5EF4-FFF2-40B4-BE49-F238E27FC236}">
                <a16:creationId xmlns:a16="http://schemas.microsoft.com/office/drawing/2014/main" id="{E6B46423-7128-7482-3F73-2DD2B354D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278237" y="3976279"/>
            <a:ext cx="13069787" cy="1089111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0">
                <a:solidFill>
                  <a:schemeClr val="bg1"/>
                </a:solidFill>
                <a:latin typeface="UCL Sans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affiliation – UCL Sans Regular 24-36pts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0346E2EE-7354-277F-2C69-2EF10AF75CA6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4992452" y="6461125"/>
            <a:ext cx="12853786" cy="986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6" name="Content Placeholder 7">
            <a:extLst>
              <a:ext uri="{FF2B5EF4-FFF2-40B4-BE49-F238E27FC236}">
                <a16:creationId xmlns:a16="http://schemas.microsoft.com/office/drawing/2014/main" id="{9EF11726-B8CB-D992-D79E-12163F8BE54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8278237" y="6461126"/>
            <a:ext cx="13104714" cy="65165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950B45B4-D7E1-F5B0-8098-B25E2D9FE73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4992452" y="16794263"/>
            <a:ext cx="12853786" cy="9864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9" name="Content Placeholder 7">
            <a:extLst>
              <a:ext uri="{FF2B5EF4-FFF2-40B4-BE49-F238E27FC236}">
                <a16:creationId xmlns:a16="http://schemas.microsoft.com/office/drawing/2014/main" id="{B5E37BB1-6B5E-30BA-8B27-7009FA273DF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8278237" y="13467359"/>
            <a:ext cx="13104714" cy="62429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C4582D-CC8B-3378-8E81-B22A36EC1900}"/>
              </a:ext>
            </a:extLst>
          </p:cNvPr>
          <p:cNvSpPr>
            <a:spLocks noChangeAspect="1"/>
          </p:cNvSpPr>
          <p:nvPr userDrawn="1"/>
        </p:nvSpPr>
        <p:spPr>
          <a:xfrm>
            <a:off x="44457837" y="24683816"/>
            <a:ext cx="432000" cy="43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ontent Placeholder 7">
            <a:extLst>
              <a:ext uri="{FF2B5EF4-FFF2-40B4-BE49-F238E27FC236}">
                <a16:creationId xmlns:a16="http://schemas.microsoft.com/office/drawing/2014/main" id="{126E1B9A-BAC4-2FB9-3E33-FC2A92BBFD71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8278237" y="20142301"/>
            <a:ext cx="13104714" cy="65165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0075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0 Portrait Poster - 2 columns with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 descr="Poster title">
            <a:extLst>
              <a:ext uri="{FF2B5EF4-FFF2-40B4-BE49-F238E27FC236}">
                <a16:creationId xmlns:a16="http://schemas.microsoft.com/office/drawing/2014/main" id="{E276614B-1535-6B9F-7F6D-E024D4270E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00491" y="1420813"/>
            <a:ext cx="31547533" cy="1908175"/>
          </a:xfrm>
          <a:prstGeom prst="rect">
            <a:avLst/>
          </a:prstGeom>
        </p:spPr>
        <p:txBody>
          <a:bodyPr/>
          <a:lstStyle>
            <a:lvl1pPr>
              <a:defRPr sz="72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r>
              <a:rPr lang="en-US" dirty="0"/>
              <a:t>Click to add title – UCL Sans Semibold </a:t>
            </a:r>
            <a:br>
              <a:rPr lang="en-US" dirty="0"/>
            </a:br>
            <a:r>
              <a:rPr lang="en-US" dirty="0"/>
              <a:t>72 pts up to three lines</a:t>
            </a:r>
            <a:endParaRPr lang="en-GB" dirty="0"/>
          </a:p>
        </p:txBody>
      </p:sp>
      <p:sp>
        <p:nvSpPr>
          <p:cNvPr id="12" name="Text Placeholder 4" descr="Authors">
            <a:extLst>
              <a:ext uri="{FF2B5EF4-FFF2-40B4-BE49-F238E27FC236}">
                <a16:creationId xmlns:a16="http://schemas.microsoft.com/office/drawing/2014/main" id="{D5B1630E-DC38-8945-415E-ADEF6F1BD5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59216" y="3976279"/>
            <a:ext cx="18087022" cy="1089112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authors – UCL Sans Semibold 36-48pts in up to three lines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93CC985E-6533-60ED-75BB-41F8B1128C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5738" y="27198888"/>
            <a:ext cx="19729350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A66E9A93-2B05-0094-ACBC-748C443B13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618675" y="27198888"/>
            <a:ext cx="19729351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collaborator logos here</a:t>
            </a:r>
          </a:p>
        </p:txBody>
      </p:sp>
      <p:sp>
        <p:nvSpPr>
          <p:cNvPr id="18" name="Text Placeholder 4" descr="Authors">
            <a:extLst>
              <a:ext uri="{FF2B5EF4-FFF2-40B4-BE49-F238E27FC236}">
                <a16:creationId xmlns:a16="http://schemas.microsoft.com/office/drawing/2014/main" id="{13DFE7D4-DB0B-7A35-BF4D-0329BE0451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278237" y="3976279"/>
            <a:ext cx="13069787" cy="1089111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0">
                <a:solidFill>
                  <a:schemeClr val="bg1"/>
                </a:solidFill>
                <a:latin typeface="UCL Sans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affiliation – UCL Sans Regular 24-36pts</a:t>
            </a: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89554296-707F-F64B-41C4-46640E83D6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4992452" y="6461125"/>
            <a:ext cx="12853786" cy="132491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482447DE-9149-5F2C-3B45-0D0CFCBC8F9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8278237" y="6461126"/>
            <a:ext cx="13104714" cy="65165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A070046B-4FB0-1288-8022-A35244276A8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8278237" y="13467359"/>
            <a:ext cx="13104714" cy="62429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D57997EF-EF96-EEA6-5B36-D78F44E3572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448522" y="6461126"/>
            <a:ext cx="13104714" cy="65165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A5CAFCB6-52AD-3CEA-4BE3-3B72B8FABE1E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1448522" y="13467359"/>
            <a:ext cx="13104714" cy="62429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30AC499E-3515-F316-6329-65ED7E3DA2DE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28278237" y="20142301"/>
            <a:ext cx="13104714" cy="65165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6" name="Content Placeholder 7">
            <a:extLst>
              <a:ext uri="{FF2B5EF4-FFF2-40B4-BE49-F238E27FC236}">
                <a16:creationId xmlns:a16="http://schemas.microsoft.com/office/drawing/2014/main" id="{650EC3A2-BAD9-8FE9-842C-A4DC19E0DEE5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448522" y="20142301"/>
            <a:ext cx="26397716" cy="65165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6061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0 Portrait Poster -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1523658" y="25846721"/>
            <a:ext cx="39800056" cy="2252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5" name="Title 2" descr="Poster title">
            <a:extLst>
              <a:ext uri="{FF2B5EF4-FFF2-40B4-BE49-F238E27FC236}">
                <a16:creationId xmlns:a16="http://schemas.microsoft.com/office/drawing/2014/main" id="{FE52C7D5-BCBB-A059-27DE-6DF5B9194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00491" y="1420813"/>
            <a:ext cx="31547533" cy="1908175"/>
          </a:xfrm>
          <a:prstGeom prst="rect">
            <a:avLst/>
          </a:prstGeom>
        </p:spPr>
        <p:txBody>
          <a:bodyPr/>
          <a:lstStyle>
            <a:lvl1pPr>
              <a:defRPr sz="72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r>
              <a:rPr lang="en-US" dirty="0"/>
              <a:t>Click to add title – UCL Sans Semibold </a:t>
            </a:r>
            <a:br>
              <a:rPr lang="en-US" dirty="0"/>
            </a:br>
            <a:r>
              <a:rPr lang="en-US" dirty="0"/>
              <a:t>72 pts up to three lines</a:t>
            </a:r>
            <a:endParaRPr lang="en-GB" dirty="0"/>
          </a:p>
        </p:txBody>
      </p:sp>
      <p:sp>
        <p:nvSpPr>
          <p:cNvPr id="7" name="Text Placeholder 4" descr="Authors">
            <a:extLst>
              <a:ext uri="{FF2B5EF4-FFF2-40B4-BE49-F238E27FC236}">
                <a16:creationId xmlns:a16="http://schemas.microsoft.com/office/drawing/2014/main" id="{FBB0A1E1-DBE8-E4FA-8ED5-2611765820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59216" y="3976279"/>
            <a:ext cx="18087022" cy="1089112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authors – UCL Sans Semibold 36-48pts in up to three lines</a:t>
            </a: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9B862F6A-BE5E-B0A9-2C35-C9AF2E21A2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5738" y="27198888"/>
            <a:ext cx="19729350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9007D108-B1D0-D16F-5158-0AECA4D4A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618675" y="27198888"/>
            <a:ext cx="19729351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collaborator logos here</a:t>
            </a:r>
          </a:p>
        </p:txBody>
      </p:sp>
      <p:sp>
        <p:nvSpPr>
          <p:cNvPr id="14" name="Text Placeholder 4" descr="Authors">
            <a:extLst>
              <a:ext uri="{FF2B5EF4-FFF2-40B4-BE49-F238E27FC236}">
                <a16:creationId xmlns:a16="http://schemas.microsoft.com/office/drawing/2014/main" id="{FDBF5D5D-F0B5-0B63-2183-E28C51AA1F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278237" y="3976279"/>
            <a:ext cx="13069787" cy="1089111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0">
                <a:solidFill>
                  <a:schemeClr val="bg1"/>
                </a:solidFill>
                <a:latin typeface="UCL Sans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affiliation – UCL Sans Regular 24-36pts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56CD94A-BF0A-8BD8-2610-4B3F840B4C1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618675" y="6461126"/>
            <a:ext cx="19764275" cy="65165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4226652C-3D09-DF7B-2BB5-77981FF81FB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1591350" y="13409713"/>
            <a:ext cx="9791600" cy="13249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1" name="Content Placeholder 7">
            <a:extLst>
              <a:ext uri="{FF2B5EF4-FFF2-40B4-BE49-F238E27FC236}">
                <a16:creationId xmlns:a16="http://schemas.microsoft.com/office/drawing/2014/main" id="{F51E3C16-F27D-1F89-53E6-5B75DAD525E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1618674" y="13409713"/>
            <a:ext cx="9596611" cy="13249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229497F8-2CF2-5486-508D-07278C11516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499346" y="20142300"/>
            <a:ext cx="9711482" cy="65165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6" name="Content Placeholder 7">
            <a:extLst>
              <a:ext uri="{FF2B5EF4-FFF2-40B4-BE49-F238E27FC236}">
                <a16:creationId xmlns:a16="http://schemas.microsoft.com/office/drawing/2014/main" id="{9F33828F-8FB1-9C9E-4C28-4DEF2873A75C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1644413" y="20142300"/>
            <a:ext cx="9540676" cy="65165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023540C2-B964-FEB5-19C7-FB38CC145FF6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1499346" y="6461126"/>
            <a:ext cx="19685742" cy="132491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26056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0 Portrait Poster - 5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21946874" y="25846721"/>
            <a:ext cx="19330668" cy="2252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66E01E-9029-36D5-B32A-05273F37B98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455737" y="6461125"/>
            <a:ext cx="39892287" cy="6732588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 sz="3600" baseline="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Click here to add text or choose graphic icon below</a:t>
            </a:r>
          </a:p>
        </p:txBody>
      </p:sp>
      <p:sp>
        <p:nvSpPr>
          <p:cNvPr id="2" name="Title 2" descr="Poster title">
            <a:extLst>
              <a:ext uri="{FF2B5EF4-FFF2-40B4-BE49-F238E27FC236}">
                <a16:creationId xmlns:a16="http://schemas.microsoft.com/office/drawing/2014/main" id="{336ABE73-06C3-21EC-AFB8-6562871099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00491" y="1420813"/>
            <a:ext cx="31547533" cy="1908175"/>
          </a:xfrm>
          <a:prstGeom prst="rect">
            <a:avLst/>
          </a:prstGeom>
        </p:spPr>
        <p:txBody>
          <a:bodyPr/>
          <a:lstStyle>
            <a:lvl1pPr>
              <a:defRPr sz="72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r>
              <a:rPr lang="en-US" dirty="0"/>
              <a:t>Click to add title – UCL Sans Semibold </a:t>
            </a:r>
            <a:br>
              <a:rPr lang="en-US" dirty="0"/>
            </a:br>
            <a:r>
              <a:rPr lang="en-US" dirty="0"/>
              <a:t>72 pts up to three lines</a:t>
            </a:r>
            <a:endParaRPr lang="en-GB" dirty="0"/>
          </a:p>
        </p:txBody>
      </p:sp>
      <p:sp>
        <p:nvSpPr>
          <p:cNvPr id="3" name="Text Placeholder 4" descr="Authors">
            <a:extLst>
              <a:ext uri="{FF2B5EF4-FFF2-40B4-BE49-F238E27FC236}">
                <a16:creationId xmlns:a16="http://schemas.microsoft.com/office/drawing/2014/main" id="{99254583-9AF0-5A68-A679-E571F91E28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59216" y="3976279"/>
            <a:ext cx="18087022" cy="1089112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authors – UCL Sans Semibold 36-48pts in up to three lines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2BD500EC-B318-C25A-CC6E-1E1D2B9F8B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5738" y="27198888"/>
            <a:ext cx="19729350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7" name="Text Placeholder 28">
            <a:extLst>
              <a:ext uri="{FF2B5EF4-FFF2-40B4-BE49-F238E27FC236}">
                <a16:creationId xmlns:a16="http://schemas.microsoft.com/office/drawing/2014/main" id="{DD8B3662-AAE7-E730-53E7-1AC9780E45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618675" y="27198888"/>
            <a:ext cx="19729351" cy="21735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collaborator logos here</a:t>
            </a:r>
          </a:p>
        </p:txBody>
      </p:sp>
      <p:sp>
        <p:nvSpPr>
          <p:cNvPr id="8" name="Text Placeholder 4" descr="Authors">
            <a:extLst>
              <a:ext uri="{FF2B5EF4-FFF2-40B4-BE49-F238E27FC236}">
                <a16:creationId xmlns:a16="http://schemas.microsoft.com/office/drawing/2014/main" id="{B7BE58E4-A314-BE47-4D81-BD0E1CBDE5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278237" y="3976279"/>
            <a:ext cx="13069787" cy="1089111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0">
                <a:solidFill>
                  <a:schemeClr val="bg1"/>
                </a:solidFill>
                <a:latin typeface="UCL Sans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affiliation – UCL Sans Regular 24-36pts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7EA5419-B0E7-B01A-D692-723A43244EDC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1526221" y="13625713"/>
            <a:ext cx="19658867" cy="1303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9D1027F9-68E0-8EAA-845F-F16B0B2E9EDB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1591350" y="13625713"/>
            <a:ext cx="9791600" cy="1303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94988F48-9926-4A15-4BEB-5A1D2AB95092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1618675" y="13625713"/>
            <a:ext cx="9540676" cy="1303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5773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0 Portrait Poster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0" hasCustomPrompt="1"/>
          </p:nvPr>
        </p:nvSpPr>
        <p:spPr>
          <a:xfrm>
            <a:off x="1455739" y="6461125"/>
            <a:ext cx="13069786" cy="201672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1155E0EB-7A13-4FEF-E8F5-652A445AD3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78357" y="28099319"/>
            <a:ext cx="18815160" cy="12731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contact details here</a:t>
            </a:r>
          </a:p>
        </p:txBody>
      </p:sp>
      <p:sp>
        <p:nvSpPr>
          <p:cNvPr id="9" name="Text Placeholder 28">
            <a:extLst>
              <a:ext uri="{FF2B5EF4-FFF2-40B4-BE49-F238E27FC236}">
                <a16:creationId xmlns:a16="http://schemas.microsoft.com/office/drawing/2014/main" id="{93979406-CC48-81D1-58AA-29196C52AF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910248" y="28099319"/>
            <a:ext cx="18835363" cy="12731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60">
                <a:solidFill>
                  <a:schemeClr val="tx2"/>
                </a:solidFill>
                <a:latin typeface="UCL Sans" pitchFamily="2" charset="77"/>
              </a:defRPr>
            </a:lvl1pPr>
          </a:lstStyle>
          <a:p>
            <a:pPr lvl="0"/>
            <a:r>
              <a:rPr lang="en-GB" dirty="0"/>
              <a:t>Add collaborator logos here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11A23ADC-E0CE-48CA-5259-5A98B5D94E3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4957525" y="6461125"/>
            <a:ext cx="12888713" cy="201672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6D91ABA7-7336-C15D-62C5-AF4783831A5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8278239" y="6461125"/>
            <a:ext cx="13069788" cy="2016724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>
                <a:solidFill>
                  <a:schemeClr val="tx2"/>
                </a:solidFill>
                <a:latin typeface="UCL Sans" pitchFamily="2" charset="77"/>
                <a:cs typeface="Arial" panose="020B0604020202020204" pitchFamily="34" charset="0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here to add text or choose graphic icon below</a:t>
            </a:r>
          </a:p>
          <a:p>
            <a:pPr lvl="0"/>
            <a:endParaRPr lang="en-GB" dirty="0"/>
          </a:p>
        </p:txBody>
      </p:sp>
      <p:sp>
        <p:nvSpPr>
          <p:cNvPr id="2" name="Title 2" descr="Poster title">
            <a:extLst>
              <a:ext uri="{FF2B5EF4-FFF2-40B4-BE49-F238E27FC236}">
                <a16:creationId xmlns:a16="http://schemas.microsoft.com/office/drawing/2014/main" id="{6E1D1B85-9DE6-9248-856B-E62E162040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00491" y="1420813"/>
            <a:ext cx="31547533" cy="1908175"/>
          </a:xfrm>
          <a:prstGeom prst="rect">
            <a:avLst/>
          </a:prstGeom>
        </p:spPr>
        <p:txBody>
          <a:bodyPr/>
          <a:lstStyle>
            <a:lvl1pPr>
              <a:defRPr sz="72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r>
              <a:rPr lang="en-US" dirty="0"/>
              <a:t>Click to add title – UCL Sans Semibold </a:t>
            </a:r>
            <a:br>
              <a:rPr lang="en-US" dirty="0"/>
            </a:br>
            <a:r>
              <a:rPr lang="en-US" dirty="0"/>
              <a:t>72 pts up to three lines</a:t>
            </a:r>
            <a:endParaRPr lang="en-GB" dirty="0"/>
          </a:p>
        </p:txBody>
      </p:sp>
      <p:sp>
        <p:nvSpPr>
          <p:cNvPr id="4" name="Text Placeholder 4" descr="Authors">
            <a:extLst>
              <a:ext uri="{FF2B5EF4-FFF2-40B4-BE49-F238E27FC236}">
                <a16:creationId xmlns:a16="http://schemas.microsoft.com/office/drawing/2014/main" id="{43141438-2303-98C3-F316-242844150E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59216" y="3976279"/>
            <a:ext cx="18087022" cy="1089112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UCL Sans SemiBold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authors – UCL Sans Semibold 36-48pts in up to three lines</a:t>
            </a:r>
          </a:p>
        </p:txBody>
      </p:sp>
      <p:sp>
        <p:nvSpPr>
          <p:cNvPr id="6" name="Text Placeholder 4" descr="Authors">
            <a:extLst>
              <a:ext uri="{FF2B5EF4-FFF2-40B4-BE49-F238E27FC236}">
                <a16:creationId xmlns:a16="http://schemas.microsoft.com/office/drawing/2014/main" id="{BDE41DA2-9DEF-E117-8A8D-53D55B327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278237" y="3976279"/>
            <a:ext cx="13069787" cy="1089111"/>
          </a:xfrm>
          <a:prstGeom prst="rect">
            <a:avLst/>
          </a:prstGeom>
        </p:spPr>
        <p:txBody>
          <a:bodyPr/>
          <a:lstStyle>
            <a:lvl1pPr marL="0" marR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0">
                <a:solidFill>
                  <a:schemeClr val="bg1"/>
                </a:solidFill>
                <a:latin typeface="UCL Sans" pitchFamily="2" charset="77"/>
              </a:defRPr>
            </a:lvl1pPr>
          </a:lstStyle>
          <a:p>
            <a:pPr marL="0" marR="0" lvl="0" indent="0" algn="l" defTabSz="3027487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affiliation – UCL Sans Regular 24-36pts</a:t>
            </a:r>
          </a:p>
        </p:txBody>
      </p:sp>
    </p:spTree>
    <p:extLst>
      <p:ext uri="{BB962C8B-B14F-4D97-AF65-F5344CB8AC3E}">
        <p14:creationId xmlns:p14="http://schemas.microsoft.com/office/powerpoint/2010/main" val="51051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3C4532-9CA1-0E74-8B8E-AF175DB2F236}"/>
              </a:ext>
            </a:extLst>
          </p:cNvPr>
          <p:cNvSpPr/>
          <p:nvPr userDrawn="1"/>
        </p:nvSpPr>
        <p:spPr>
          <a:xfrm>
            <a:off x="1" y="0"/>
            <a:ext cx="42803763" cy="577691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1C394-423D-DBAC-D171-8D8362B3975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55739" y="1455739"/>
            <a:ext cx="6661147" cy="18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1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17" userDrawn="1">
          <p15:clr>
            <a:srgbClr val="F26B43"/>
          </p15:clr>
        </p15:guide>
        <p15:guide id="18" pos="26046" userDrawn="1">
          <p15:clr>
            <a:srgbClr val="F26B43"/>
          </p15:clr>
        </p15:guide>
        <p15:guide id="19" orient="horz" pos="895" userDrawn="1">
          <p15:clr>
            <a:srgbClr val="F26B43"/>
          </p15:clr>
        </p15:guide>
        <p15:guide id="36" orient="horz" pos="18502" userDrawn="1">
          <p15:clr>
            <a:srgbClr val="F26B43"/>
          </p15:clr>
        </p15:guide>
        <p15:guide id="37" orient="horz" pos="16793" userDrawn="1">
          <p15:clr>
            <a:srgbClr val="F26B43"/>
          </p15:clr>
        </p15:guide>
        <p15:guide id="38" orient="horz" pos="4070" userDrawn="1">
          <p15:clr>
            <a:srgbClr val="F26B43"/>
          </p15:clr>
        </p15:guide>
        <p15:guide id="39" orient="horz" pos="6202" userDrawn="1">
          <p15:clr>
            <a:srgbClr val="F26B43"/>
          </p15:clr>
        </p15:guide>
        <p15:guide id="40" orient="horz" pos="10420" userDrawn="1">
          <p15:clr>
            <a:srgbClr val="F26B43"/>
          </p15:clr>
        </p15:guide>
        <p15:guide id="41" orient="horz" pos="8311" userDrawn="1">
          <p15:clr>
            <a:srgbClr val="F26B43"/>
          </p15:clr>
        </p15:guide>
        <p15:guide id="42" orient="horz" pos="12552" userDrawn="1">
          <p15:clr>
            <a:srgbClr val="F26B43"/>
          </p15:clr>
        </p15:guide>
        <p15:guide id="43" orient="horz" pos="14661" userDrawn="1">
          <p15:clr>
            <a:srgbClr val="F26B43"/>
          </p15:clr>
        </p15:guide>
        <p15:guide id="44" pos="3003" userDrawn="1">
          <p15:clr>
            <a:srgbClr val="F26B43"/>
          </p15:clr>
        </p15:guide>
        <p15:guide id="45" pos="5113" userDrawn="1">
          <p15:clr>
            <a:srgbClr val="F26B43"/>
          </p15:clr>
        </p15:guide>
        <p15:guide id="46" pos="7199" userDrawn="1">
          <p15:clr>
            <a:srgbClr val="F26B43"/>
          </p15:clr>
        </p15:guide>
        <p15:guide id="47" pos="9286" userDrawn="1">
          <p15:clr>
            <a:srgbClr val="F26B43"/>
          </p15:clr>
        </p15:guide>
        <p15:guide id="48" pos="11418" userDrawn="1">
          <p15:clr>
            <a:srgbClr val="F26B43"/>
          </p15:clr>
        </p15:guide>
        <p15:guide id="49" pos="13482" userDrawn="1">
          <p15:clr>
            <a:srgbClr val="F26B43"/>
          </p15:clr>
        </p15:guide>
        <p15:guide id="50" pos="15568" userDrawn="1">
          <p15:clr>
            <a:srgbClr val="F26B43"/>
          </p15:clr>
        </p15:guide>
        <p15:guide id="51" pos="17677" userDrawn="1">
          <p15:clr>
            <a:srgbClr val="F26B43"/>
          </p15:clr>
        </p15:guide>
        <p15:guide id="52" pos="19764" userDrawn="1">
          <p15:clr>
            <a:srgbClr val="F26B43"/>
          </p15:clr>
        </p15:guide>
        <p15:guide id="53" pos="21850" userDrawn="1">
          <p15:clr>
            <a:srgbClr val="F26B43"/>
          </p15:clr>
        </p15:guide>
        <p15:guide id="54" pos="23960" userDrawn="1">
          <p15:clr>
            <a:srgbClr val="F26B43"/>
          </p15:clr>
        </p15:guide>
        <p15:guide id="55" orient="horz" pos="2097" userDrawn="1">
          <p15:clr>
            <a:srgbClr val="F26B43"/>
          </p15:clr>
        </p15:guide>
        <p15:guide id="56" orient="horz" pos="36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BFCBC3D-2EFC-CCF0-854D-98879A67B2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C238F35-E5A8-EDA3-2713-36239122D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8000" dirty="0"/>
              <a:t>An </a:t>
            </a:r>
            <a:r>
              <a:rPr lang="en-GB" sz="8000" i="1" dirty="0"/>
              <a:t>Ab Initio </a:t>
            </a:r>
            <a:r>
              <a:rPr lang="en-GB" sz="8000" dirty="0"/>
              <a:t>Rovibrational Linelist for HPO</a:t>
            </a:r>
            <a:endParaRPr lang="en-US" sz="80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916651-C81A-514E-B9EB-FD00EBC0F2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Ryan Mok, </a:t>
            </a:r>
            <a:r>
              <a:rPr lang="en-GB" dirty="0"/>
              <a:t>Fangping Liu, Sergei N. Yurchenko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36AFFF-BFC1-723D-CB6A-9115FC6AAB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CA8C5BA-1FF5-149B-9632-932DB9DA8ED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C763BC8-5523-6C28-2239-5EA255422E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Department of Physics and Astronomy, University College London, WC1E 6BT, London, UK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595DB66-7B4C-C9B6-E479-317A8312D5A7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13F20D06-2613-CD61-45CC-1376A7DC7CEA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9678B249-83F4-209B-9C2A-C9BEB6C13020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D6C21CA2-FD8B-96F0-F877-0F7A3134086A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1346889-22B2-6F9B-A0BE-03766389A0B4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97073"/>
      </p:ext>
    </p:extLst>
  </p:cSld>
  <p:clrMapOvr>
    <a:masterClrMapping/>
  </p:clrMapOvr>
</p:sld>
</file>

<file path=ppt/theme/theme1.xml><?xml version="1.0" encoding="utf-8"?>
<a:theme xmlns:a="http://schemas.openxmlformats.org/drawingml/2006/main" name="1_UCL_Yellow_A0_Portrait_Poster_Theme">
  <a:themeElements>
    <a:clrScheme name="UCL CMYK">
      <a:dk1>
        <a:srgbClr val="000000"/>
      </a:dk1>
      <a:lt1>
        <a:srgbClr val="FAFAFA"/>
      </a:lt1>
      <a:dk2>
        <a:srgbClr val="240E3C"/>
      </a:dk2>
      <a:lt2>
        <a:srgbClr val="9E8CB6"/>
      </a:lt2>
      <a:accent1>
        <a:srgbClr val="8068A0"/>
      </a:accent1>
      <a:accent2>
        <a:srgbClr val="DBD1DE"/>
      </a:accent2>
      <a:accent3>
        <a:srgbClr val="F1EAEF"/>
      </a:accent3>
      <a:accent4>
        <a:srgbClr val="63C3DA"/>
      </a:accent4>
      <a:accent5>
        <a:srgbClr val="8068A0"/>
      </a:accent5>
      <a:accent6>
        <a:srgbClr val="ED367D"/>
      </a:accent6>
      <a:hlink>
        <a:srgbClr val="2F91FA"/>
      </a:hlink>
      <a:folHlink>
        <a:srgbClr val="00000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CL_A0_Portrait_Poster_Master_Template.potx" id="{5B8A0B25-D258-467B-8C36-B5304CDD6BDC}" vid="{330B5DDC-A2F5-4485-A630-08D98E590E04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UCL Sans SemiBold</vt:lpstr>
      <vt:lpstr>UCL Sans</vt:lpstr>
      <vt:lpstr>Arial</vt:lpstr>
      <vt:lpstr>1_UCL_Yellow_A0_Portrait_Poster_Theme</vt:lpstr>
      <vt:lpstr>An Ab Initio Rovibrational Linelist for HPO</vt:lpstr>
    </vt:vector>
  </TitlesOfParts>
  <Company>University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UCL A0 Portrait Poster Template</dc:subject>
  <dc:creator>Andaya, Tess</dc:creator>
  <cp:keywords>UCL A0 Portrit Poster</cp:keywords>
  <cp:lastModifiedBy>Ryan Mok</cp:lastModifiedBy>
  <cp:revision>155</cp:revision>
  <dcterms:created xsi:type="dcterms:W3CDTF">2020-10-08T09:46:14Z</dcterms:created>
  <dcterms:modified xsi:type="dcterms:W3CDTF">2026-08-14T16:51:17Z</dcterms:modified>
</cp:coreProperties>
</file>