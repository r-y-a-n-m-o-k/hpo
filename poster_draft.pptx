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7" r:id="rId2"/>
  </p:sldIdLst>
  <p:sldSz cx="42803763" cy="30275213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Tahoma" panose="020B0604030504040204" pitchFamily="34" charset="0"/>
      <p:regular r:id="rId4"/>
      <p:bold r:id="rId5"/>
    </p:embeddedFont>
    <p:embeddedFont>
      <p:font typeface="UCL Sans" panose="020B0604020202020204" charset="0"/>
      <p:regular r:id="rId6"/>
      <p:bold r:id="rId7"/>
      <p:italic r:id="rId8"/>
    </p:embeddedFont>
    <p:embeddedFont>
      <p:font typeface="UCL Sans SemiBold" panose="020B0604020202020204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6" userDrawn="1">
          <p15:clr>
            <a:srgbClr val="A4A3A4"/>
          </p15:clr>
        </p15:guide>
        <p15:guide id="2" pos="134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EFE"/>
    <a:srgbClr val="240E3C"/>
    <a:srgbClr val="FAFAFA"/>
    <a:srgbClr val="9370B0"/>
    <a:srgbClr val="52C152"/>
    <a:srgbClr val="FFCA36"/>
    <a:srgbClr val="FEF9E6"/>
    <a:srgbClr val="000000"/>
    <a:srgbClr val="B5BD00"/>
    <a:srgbClr val="D1D1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17B0CF-DC0F-479A-8BD4-09BA188B4891}" v="15" dt="2026-08-20T18:13:09.4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62" autoAdjust="0"/>
    <p:restoredTop sz="94660"/>
  </p:normalViewPr>
  <p:slideViewPr>
    <p:cSldViewPr snapToGrid="0" showGuides="1">
      <p:cViewPr>
        <p:scale>
          <a:sx n="36" d="100"/>
          <a:sy n="36" d="100"/>
        </p:scale>
        <p:origin x="16" y="-632"/>
      </p:cViewPr>
      <p:guideLst>
        <p:guide orient="horz" pos="9536"/>
        <p:guide pos="134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heme" Target="theme/theme1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Mok" userId="2b5ff9b4bc27d924" providerId="LiveId" clId="{98BDB49B-93C9-4AB7-A5FC-395AE49E91C6}"/>
    <pc:docChg chg="undo custSel delSld modSld delMainMaster">
      <pc:chgData name="Ryan Mok" userId="2b5ff9b4bc27d924" providerId="LiveId" clId="{98BDB49B-93C9-4AB7-A5FC-395AE49E91C6}" dt="2026-08-20T18:46:43.468" v="6421" actId="14100"/>
      <pc:docMkLst>
        <pc:docMk/>
      </pc:docMkLst>
      <pc:sldChg chg="addSp delSp modSp mod setBg">
        <pc:chgData name="Ryan Mok" userId="2b5ff9b4bc27d924" providerId="LiveId" clId="{98BDB49B-93C9-4AB7-A5FC-395AE49E91C6}" dt="2026-08-20T18:46:43.468" v="6421" actId="14100"/>
        <pc:sldMkLst>
          <pc:docMk/>
          <pc:sldMk cId="4284697073" sldId="257"/>
        </pc:sldMkLst>
        <pc:spChg chg="add mod">
          <ac:chgData name="Ryan Mok" userId="2b5ff9b4bc27d924" providerId="LiveId" clId="{98BDB49B-93C9-4AB7-A5FC-395AE49E91C6}" dt="2026-08-20T18:11:46.427" v="5602" actId="2711"/>
          <ac:spMkLst>
            <pc:docMk/>
            <pc:sldMk cId="4284697073" sldId="257"/>
            <ac:spMk id="2" creationId="{2F22A643-DE8D-84E7-00F6-97D6EBB88D71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4" creationId="{DE6AA79A-E6CC-1DF4-ED15-B14D00BDB2EC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6" creationId="{A58A5169-A45A-164A-5DCC-4AB634FAE73B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9" creationId="{5EF34A64-51C9-1619-8B8C-9BAA844CE6C4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10" creationId="{692577A6-3793-7A60-5629-8EBE3BBF3099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11" creationId="{24F25F76-B735-47B9-17AD-912F38C1E201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14" creationId="{B96DAD34-B892-A690-B0F9-2D4BB9060B75}"/>
          </ac:spMkLst>
        </pc:spChg>
        <pc:spChg chg="mod">
          <ac:chgData name="Ryan Mok" userId="2b5ff9b4bc27d924" providerId="LiveId" clId="{98BDB49B-93C9-4AB7-A5FC-395AE49E91C6}" dt="2026-08-20T18:11:25.533" v="5598" actId="20577"/>
          <ac:spMkLst>
            <pc:docMk/>
            <pc:sldMk cId="4284697073" sldId="257"/>
            <ac:spMk id="16" creationId="{5E36AFFF-BFC1-723D-CB6A-9115FC6AABF8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19" creationId="{A040BF02-FA75-C7E9-C4F3-F7704E26E427}"/>
          </ac:spMkLst>
        </pc:spChg>
        <pc:spChg chg="del">
          <ac:chgData name="Ryan Mok" userId="2b5ff9b4bc27d924" providerId="LiveId" clId="{98BDB49B-93C9-4AB7-A5FC-395AE49E91C6}" dt="2026-08-19T14:58:13.518" v="352" actId="478"/>
          <ac:spMkLst>
            <pc:docMk/>
            <pc:sldMk cId="4284697073" sldId="257"/>
            <ac:spMk id="21" creationId="{9678B249-83F4-209B-9C2A-C9BEB6C13020}"/>
          </ac:spMkLst>
        </pc:spChg>
        <pc:spChg chg="del">
          <ac:chgData name="Ryan Mok" userId="2b5ff9b4bc27d924" providerId="LiveId" clId="{98BDB49B-93C9-4AB7-A5FC-395AE49E91C6}" dt="2026-08-19T14:58:14.483" v="353" actId="478"/>
          <ac:spMkLst>
            <pc:docMk/>
            <pc:sldMk cId="4284697073" sldId="257"/>
            <ac:spMk id="22" creationId="{D6C21CA2-FD8B-96F0-F877-0F7A3134086A}"/>
          </ac:spMkLst>
        </pc:spChg>
        <pc:spChg chg="del">
          <ac:chgData name="Ryan Mok" userId="2b5ff9b4bc27d924" providerId="LiveId" clId="{98BDB49B-93C9-4AB7-A5FC-395AE49E91C6}" dt="2026-08-19T14:58:16.565" v="354" actId="478"/>
          <ac:spMkLst>
            <pc:docMk/>
            <pc:sldMk cId="4284697073" sldId="257"/>
            <ac:spMk id="23" creationId="{81346889-22B2-6F9B-A0BE-03766389A0B4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24" creationId="{B585A51F-CF5B-017C-7401-ACE9EC6E5F97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26" creationId="{4E8F0C31-F325-E517-DF78-7DF30F8975B7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28" creationId="{BDFFD4A4-2CFB-3F78-09F9-63F5C1233FAD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29" creationId="{A3AB5137-41A4-92D9-7709-CBACFB59F3FF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30" creationId="{C8F7EE3F-0556-83B2-9D61-E939E3ACB9C1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31" creationId="{89BBEEB5-ACEE-A784-0DFF-E9EC93EE84D4}"/>
          </ac:spMkLst>
        </pc:spChg>
        <pc:spChg chg="mod">
          <ac:chgData name="Ryan Mok" userId="2b5ff9b4bc27d924" providerId="LiveId" clId="{98BDB49B-93C9-4AB7-A5FC-395AE49E91C6}" dt="2026-08-19T14:59:34.933" v="371" actId="34135"/>
          <ac:spMkLst>
            <pc:docMk/>
            <pc:sldMk cId="4284697073" sldId="257"/>
            <ac:spMk id="32" creationId="{2CF7DD42-5A6C-2283-9C82-033F1FDF8092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33" creationId="{DD11D703-A88D-45F2-1B23-A16BABC1579C}"/>
          </ac:spMkLst>
        </pc:spChg>
        <pc:spChg chg="mod">
          <ac:chgData name="Ryan Mok" userId="2b5ff9b4bc27d924" providerId="LiveId" clId="{98BDB49B-93C9-4AB7-A5FC-395AE49E91C6}" dt="2026-08-19T14:51:07.013" v="350"/>
          <ac:spMkLst>
            <pc:docMk/>
            <pc:sldMk cId="4284697073" sldId="257"/>
            <ac:spMk id="34" creationId="{43EE5CC4-6E3B-FD2D-7D7B-29AA66F948DA}"/>
          </ac:spMkLst>
        </pc:spChg>
        <pc:spChg chg="add del mod">
          <ac:chgData name="Ryan Mok" userId="2b5ff9b4bc27d924" providerId="LiveId" clId="{98BDB49B-93C9-4AB7-A5FC-395AE49E91C6}" dt="2026-08-19T14:58:24.418" v="356" actId="478"/>
          <ac:spMkLst>
            <pc:docMk/>
            <pc:sldMk cId="4284697073" sldId="257"/>
            <ac:spMk id="38" creationId="{2EE6155E-CC86-8839-5E88-21C0B1F87184}"/>
          </ac:spMkLst>
        </pc:spChg>
        <pc:spChg chg="add del mod ord">
          <ac:chgData name="Ryan Mok" userId="2b5ff9b4bc27d924" providerId="LiveId" clId="{98BDB49B-93C9-4AB7-A5FC-395AE49E91C6}" dt="2026-08-20T15:28:18.640" v="2671" actId="478"/>
          <ac:spMkLst>
            <pc:docMk/>
            <pc:sldMk cId="4284697073" sldId="257"/>
            <ac:spMk id="111" creationId="{AFA22BDD-2E53-AE1C-89A4-73FC21AF2BFD}"/>
          </ac:spMkLst>
        </pc:spChg>
        <pc:spChg chg="add del mod">
          <ac:chgData name="Ryan Mok" userId="2b5ff9b4bc27d924" providerId="LiveId" clId="{98BDB49B-93C9-4AB7-A5FC-395AE49E91C6}" dt="2026-08-20T15:27:15.790" v="2657"/>
          <ac:spMkLst>
            <pc:docMk/>
            <pc:sldMk cId="4284697073" sldId="257"/>
            <ac:spMk id="112" creationId="{1858FC5B-406C-0629-3A9C-F303EF1C2BF5}"/>
          </ac:spMkLst>
        </pc:spChg>
        <pc:spChg chg="add del">
          <ac:chgData name="Ryan Mok" userId="2b5ff9b4bc27d924" providerId="LiveId" clId="{98BDB49B-93C9-4AB7-A5FC-395AE49E91C6}" dt="2026-08-20T15:28:19.603" v="2672" actId="478"/>
          <ac:spMkLst>
            <pc:docMk/>
            <pc:sldMk cId="4284697073" sldId="257"/>
            <ac:spMk id="113" creationId="{DCA426F9-ACC4-34C9-7789-586AE0518FD5}"/>
          </ac:spMkLst>
        </pc:spChg>
        <pc:spChg chg="add mod">
          <ac:chgData name="Ryan Mok" userId="2b5ff9b4bc27d924" providerId="LiveId" clId="{98BDB49B-93C9-4AB7-A5FC-395AE49E91C6}" dt="2026-08-20T18:46:43.468" v="6421" actId="14100"/>
          <ac:spMkLst>
            <pc:docMk/>
            <pc:sldMk cId="4284697073" sldId="257"/>
            <ac:spMk id="122" creationId="{D8407765-B900-8615-E960-4F485E521845}"/>
          </ac:spMkLst>
        </pc:spChg>
        <pc:spChg chg="add mod">
          <ac:chgData name="Ryan Mok" userId="2b5ff9b4bc27d924" providerId="LiveId" clId="{98BDB49B-93C9-4AB7-A5FC-395AE49E91C6}" dt="2026-08-20T18:34:59.409" v="6162" actId="20577"/>
          <ac:spMkLst>
            <pc:docMk/>
            <pc:sldMk cId="4284697073" sldId="257"/>
            <ac:spMk id="124" creationId="{1D064F9A-7912-24CD-B39B-22E41FCF37BF}"/>
          </ac:spMkLst>
        </pc:spChg>
        <pc:spChg chg="add mod">
          <ac:chgData name="Ryan Mok" userId="2b5ff9b4bc27d924" providerId="LiveId" clId="{98BDB49B-93C9-4AB7-A5FC-395AE49E91C6}" dt="2026-08-20T18:17:50.260" v="5963" actId="20577"/>
          <ac:spMkLst>
            <pc:docMk/>
            <pc:sldMk cId="4284697073" sldId="257"/>
            <ac:spMk id="126" creationId="{E2A49FD0-0556-0FCA-8AE6-9CC8ACD65A06}"/>
          </ac:spMkLst>
        </pc:spChg>
        <pc:spChg chg="add mod">
          <ac:chgData name="Ryan Mok" userId="2b5ff9b4bc27d924" providerId="LiveId" clId="{98BDB49B-93C9-4AB7-A5FC-395AE49E91C6}" dt="2026-08-20T18:11:55.668" v="5603" actId="2711"/>
          <ac:spMkLst>
            <pc:docMk/>
            <pc:sldMk cId="4284697073" sldId="257"/>
            <ac:spMk id="130" creationId="{A0746360-9288-5B65-2758-EF1FE2B0E04A}"/>
          </ac:spMkLst>
        </pc:spChg>
        <pc:spChg chg="add mod">
          <ac:chgData name="Ryan Mok" userId="2b5ff9b4bc27d924" providerId="LiveId" clId="{98BDB49B-93C9-4AB7-A5FC-395AE49E91C6}" dt="2026-08-20T18:12:03.259" v="5604" actId="2711"/>
          <ac:spMkLst>
            <pc:docMk/>
            <pc:sldMk cId="4284697073" sldId="257"/>
            <ac:spMk id="132" creationId="{516C16C9-1626-D91A-CF2B-6969A6CEFED9}"/>
          </ac:spMkLst>
        </pc:spChg>
        <pc:spChg chg="add del">
          <ac:chgData name="Ryan Mok" userId="2b5ff9b4bc27d924" providerId="LiveId" clId="{98BDB49B-93C9-4AB7-A5FC-395AE49E91C6}" dt="2026-08-20T16:22:05.946" v="3805" actId="22"/>
          <ac:spMkLst>
            <pc:docMk/>
            <pc:sldMk cId="4284697073" sldId="257"/>
            <ac:spMk id="134" creationId="{218D03E4-F97B-8650-F739-C1A26AFF222D}"/>
          </ac:spMkLst>
        </pc:spChg>
        <pc:spChg chg="add mod">
          <ac:chgData name="Ryan Mok" userId="2b5ff9b4bc27d924" providerId="LiveId" clId="{98BDB49B-93C9-4AB7-A5FC-395AE49E91C6}" dt="2026-08-20T18:12:26.915" v="5609" actId="2711"/>
          <ac:spMkLst>
            <pc:docMk/>
            <pc:sldMk cId="4284697073" sldId="257"/>
            <ac:spMk id="136" creationId="{F4EF452A-4DA2-1AB6-CAE4-A54B11573821}"/>
          </ac:spMkLst>
        </pc:spChg>
        <pc:spChg chg="add mod">
          <ac:chgData name="Ryan Mok" userId="2b5ff9b4bc27d924" providerId="LiveId" clId="{98BDB49B-93C9-4AB7-A5FC-395AE49E91C6}" dt="2026-08-20T18:13:37.483" v="5634" actId="20577"/>
          <ac:spMkLst>
            <pc:docMk/>
            <pc:sldMk cId="4284697073" sldId="257"/>
            <ac:spMk id="138" creationId="{B375B841-8EB3-F0F1-A242-4003E08E4EC6}"/>
          </ac:spMkLst>
        </pc:spChg>
        <pc:spChg chg="add del">
          <ac:chgData name="Ryan Mok" userId="2b5ff9b4bc27d924" providerId="LiveId" clId="{98BDB49B-93C9-4AB7-A5FC-395AE49E91C6}" dt="2026-08-20T17:08:25.778" v="4324" actId="22"/>
          <ac:spMkLst>
            <pc:docMk/>
            <pc:sldMk cId="4284697073" sldId="257"/>
            <ac:spMk id="140" creationId="{8EDD8665-9686-BE20-478C-227F6AF3804C}"/>
          </ac:spMkLst>
        </pc:spChg>
        <pc:spChg chg="add mod">
          <ac:chgData name="Ryan Mok" userId="2b5ff9b4bc27d924" providerId="LiveId" clId="{98BDB49B-93C9-4AB7-A5FC-395AE49E91C6}" dt="2026-08-20T18:11:42.887" v="5601" actId="2711"/>
          <ac:spMkLst>
            <pc:docMk/>
            <pc:sldMk cId="4284697073" sldId="257"/>
            <ac:spMk id="142" creationId="{9EDD83B0-40A2-0632-433F-9045CB4B273E}"/>
          </ac:spMkLst>
        </pc:spChg>
        <pc:spChg chg="add mod">
          <ac:chgData name="Ryan Mok" userId="2b5ff9b4bc27d924" providerId="LiveId" clId="{98BDB49B-93C9-4AB7-A5FC-395AE49E91C6}" dt="2026-08-20T18:12:06.972" v="5605" actId="2711"/>
          <ac:spMkLst>
            <pc:docMk/>
            <pc:sldMk cId="4284697073" sldId="257"/>
            <ac:spMk id="144" creationId="{96199BD6-6C8F-8CCB-2FA9-7FDB19CAA5B5}"/>
          </ac:spMkLst>
        </pc:spChg>
        <pc:spChg chg="add del mod">
          <ac:chgData name="Ryan Mok" userId="2b5ff9b4bc27d924" providerId="LiveId" clId="{98BDB49B-93C9-4AB7-A5FC-395AE49E91C6}" dt="2026-08-20T17:27:05.954" v="4818"/>
          <ac:spMkLst>
            <pc:docMk/>
            <pc:sldMk cId="4284697073" sldId="257"/>
            <ac:spMk id="146" creationId="{2EB9D2FA-AAB1-D682-967D-3E700F8378D5}"/>
          </ac:spMkLst>
        </pc:spChg>
        <pc:spChg chg="add mod">
          <ac:chgData name="Ryan Mok" userId="2b5ff9b4bc27d924" providerId="LiveId" clId="{98BDB49B-93C9-4AB7-A5FC-395AE49E91C6}" dt="2026-08-20T18:12:20.792" v="5608" actId="2711"/>
          <ac:spMkLst>
            <pc:docMk/>
            <pc:sldMk cId="4284697073" sldId="257"/>
            <ac:spMk id="148" creationId="{24883706-EECC-D3A3-0F66-2BDE6B4405DC}"/>
          </ac:spMkLst>
        </pc:spChg>
        <pc:spChg chg="add mod">
          <ac:chgData name="Ryan Mok" userId="2b5ff9b4bc27d924" providerId="LiveId" clId="{98BDB49B-93C9-4AB7-A5FC-395AE49E91C6}" dt="2026-08-20T18:14:21.410" v="5654" actId="1076"/>
          <ac:spMkLst>
            <pc:docMk/>
            <pc:sldMk cId="4284697073" sldId="257"/>
            <ac:spMk id="150" creationId="{CD1DF30F-309F-9DC5-B2C9-7211FFA6AE3E}"/>
          </ac:spMkLst>
        </pc:spChg>
        <pc:spChg chg="add mod">
          <ac:chgData name="Ryan Mok" userId="2b5ff9b4bc27d924" providerId="LiveId" clId="{98BDB49B-93C9-4AB7-A5FC-395AE49E91C6}" dt="2026-08-20T18:35:02.343" v="6164" actId="20577"/>
          <ac:spMkLst>
            <pc:docMk/>
            <pc:sldMk cId="4284697073" sldId="257"/>
            <ac:spMk id="152" creationId="{AA5254B2-4677-A5F8-4213-BF2F405814E3}"/>
          </ac:spMkLst>
        </pc:spChg>
        <pc:spChg chg="add mod">
          <ac:chgData name="Ryan Mok" userId="2b5ff9b4bc27d924" providerId="LiveId" clId="{98BDB49B-93C9-4AB7-A5FC-395AE49E91C6}" dt="2026-08-20T18:12:17.629" v="5607" actId="2711"/>
          <ac:spMkLst>
            <pc:docMk/>
            <pc:sldMk cId="4284697073" sldId="257"/>
            <ac:spMk id="154" creationId="{E7F24C27-2DFA-996C-26A7-E7A3E3B7583F}"/>
          </ac:spMkLst>
        </pc:spChg>
        <pc:spChg chg="add mod">
          <ac:chgData name="Ryan Mok" userId="2b5ff9b4bc27d924" providerId="LiveId" clId="{98BDB49B-93C9-4AB7-A5FC-395AE49E91C6}" dt="2026-08-20T18:13:59.468" v="5652" actId="1036"/>
          <ac:spMkLst>
            <pc:docMk/>
            <pc:sldMk cId="4284697073" sldId="257"/>
            <ac:spMk id="156" creationId="{5829362F-B08F-4FBF-4EF7-5BBF774E6B93}"/>
          </ac:spMkLst>
        </pc:spChg>
        <pc:spChg chg="add mod">
          <ac:chgData name="Ryan Mok" userId="2b5ff9b4bc27d924" providerId="LiveId" clId="{98BDB49B-93C9-4AB7-A5FC-395AE49E91C6}" dt="2026-08-20T18:16:37.333" v="5927" actId="20577"/>
          <ac:spMkLst>
            <pc:docMk/>
            <pc:sldMk cId="4284697073" sldId="257"/>
            <ac:spMk id="158" creationId="{921CFE3D-2C64-682F-0F74-CB48C110ED37}"/>
          </ac:spMkLst>
        </pc:spChg>
        <pc:spChg chg="add mod">
          <ac:chgData name="Ryan Mok" userId="2b5ff9b4bc27d924" providerId="LiveId" clId="{98BDB49B-93C9-4AB7-A5FC-395AE49E91C6}" dt="2026-08-20T18:30:11.599" v="6147" actId="1076"/>
          <ac:spMkLst>
            <pc:docMk/>
            <pc:sldMk cId="4284697073" sldId="257"/>
            <ac:spMk id="162" creationId="{F31CBD7B-4CD3-4D28-1A2D-67E917A010A7}"/>
          </ac:spMkLst>
        </pc:spChg>
        <pc:spChg chg="add mod">
          <ac:chgData name="Ryan Mok" userId="2b5ff9b4bc27d924" providerId="LiveId" clId="{98BDB49B-93C9-4AB7-A5FC-395AE49E91C6}" dt="2026-08-20T18:45:12.227" v="6354" actId="20577"/>
          <ac:spMkLst>
            <pc:docMk/>
            <pc:sldMk cId="4284697073" sldId="257"/>
            <ac:spMk id="164" creationId="{B0659921-B3E1-7BBE-F94D-F1946E6E78D7}"/>
          </ac:spMkLst>
        </pc:spChg>
        <pc:grpChg chg="add mod">
          <ac:chgData name="Ryan Mok" userId="2b5ff9b4bc27d924" providerId="LiveId" clId="{98BDB49B-93C9-4AB7-A5FC-395AE49E91C6}" dt="2026-08-20T16:41:49.157" v="3991" actId="1035"/>
          <ac:grpSpMkLst>
            <pc:docMk/>
            <pc:sldMk cId="4284697073" sldId="257"/>
            <ac:grpSpMk id="3" creationId="{560F710E-D540-FE2D-7C79-4F9730D2F883}"/>
          </ac:grpSpMkLst>
        </pc:grpChg>
        <pc:grpChg chg="add mod">
          <ac:chgData name="Ryan Mok" userId="2b5ff9b4bc27d924" providerId="LiveId" clId="{98BDB49B-93C9-4AB7-A5FC-395AE49E91C6}" dt="2026-08-20T16:41:49.157" v="3991" actId="1035"/>
          <ac:grpSpMkLst>
            <pc:docMk/>
            <pc:sldMk cId="4284697073" sldId="257"/>
            <ac:grpSpMk id="12" creationId="{9A7236CB-1D08-1C61-8FA2-BA47FB251EB1}"/>
          </ac:grpSpMkLst>
        </pc:grpChg>
        <pc:grpChg chg="add del mod">
          <ac:chgData name="Ryan Mok" userId="2b5ff9b4bc27d924" providerId="LiveId" clId="{98BDB49B-93C9-4AB7-A5FC-395AE49E91C6}" dt="2026-08-20T14:52:25.714" v="1217" actId="478"/>
          <ac:grpSpMkLst>
            <pc:docMk/>
            <pc:sldMk cId="4284697073" sldId="257"/>
            <ac:grpSpMk id="39" creationId="{D26EF15C-7A37-1909-BDC1-B3F4F08B44B4}"/>
          </ac:grpSpMkLst>
        </pc:grpChg>
        <pc:grpChg chg="add del mod">
          <ac:chgData name="Ryan Mok" userId="2b5ff9b4bc27d924" providerId="LiveId" clId="{98BDB49B-93C9-4AB7-A5FC-395AE49E91C6}" dt="2026-08-20T14:52:28.890" v="1218" actId="478"/>
          <ac:grpSpMkLst>
            <pc:docMk/>
            <pc:sldMk cId="4284697073" sldId="257"/>
            <ac:grpSpMk id="49" creationId="{4BD306FF-155C-E1B4-05CC-94D5B1DE0DD9}"/>
          </ac:grpSpMkLst>
        </pc:grpChg>
        <pc:grpChg chg="add mod">
          <ac:chgData name="Ryan Mok" userId="2b5ff9b4bc27d924" providerId="LiveId" clId="{98BDB49B-93C9-4AB7-A5FC-395AE49E91C6}" dt="2026-08-19T16:41:56.071" v="634" actId="164"/>
          <ac:grpSpMkLst>
            <pc:docMk/>
            <pc:sldMk cId="4284697073" sldId="257"/>
            <ac:grpSpMk id="70" creationId="{94C02973-051B-7BBD-8136-125FD8B98A51}"/>
          </ac:grpSpMkLst>
        </pc:grpChg>
        <pc:grpChg chg="add mod">
          <ac:chgData name="Ryan Mok" userId="2b5ff9b4bc27d924" providerId="LiveId" clId="{98BDB49B-93C9-4AB7-A5FC-395AE49E91C6}" dt="2026-08-20T17:08:45.040" v="4351" actId="1035"/>
          <ac:grpSpMkLst>
            <pc:docMk/>
            <pc:sldMk cId="4284697073" sldId="257"/>
            <ac:grpSpMk id="98" creationId="{70EDD302-18ED-C6AA-9E7D-27967A6ADEE2}"/>
          </ac:grpSpMkLst>
        </pc:grpChg>
        <pc:grpChg chg="add mod">
          <ac:chgData name="Ryan Mok" userId="2b5ff9b4bc27d924" providerId="LiveId" clId="{98BDB49B-93C9-4AB7-A5FC-395AE49E91C6}" dt="2026-08-20T15:22:20.272" v="2614" actId="164"/>
          <ac:grpSpMkLst>
            <pc:docMk/>
            <pc:sldMk cId="4284697073" sldId="257"/>
            <ac:grpSpMk id="109" creationId="{B56A29A5-C706-62D4-382F-F23E7EE689F5}"/>
          </ac:grpSpMkLst>
        </pc:grpChg>
        <pc:grpChg chg="add mod">
          <ac:chgData name="Ryan Mok" userId="2b5ff9b4bc27d924" providerId="LiveId" clId="{98BDB49B-93C9-4AB7-A5FC-395AE49E91C6}" dt="2026-08-20T17:08:45.040" v="4351" actId="1035"/>
          <ac:grpSpMkLst>
            <pc:docMk/>
            <pc:sldMk cId="4284697073" sldId="257"/>
            <ac:grpSpMk id="110" creationId="{FAAE2DBF-EC9C-C88B-C9D6-87E5697F5B99}"/>
          </ac:grpSpMkLst>
        </pc:grpChg>
        <pc:grpChg chg="add mod">
          <ac:chgData name="Ryan Mok" userId="2b5ff9b4bc27d924" providerId="LiveId" clId="{98BDB49B-93C9-4AB7-A5FC-395AE49E91C6}" dt="2026-08-20T17:08:45.040" v="4351" actId="1035"/>
          <ac:grpSpMkLst>
            <pc:docMk/>
            <pc:sldMk cId="4284697073" sldId="257"/>
            <ac:grpSpMk id="120" creationId="{002A3799-5903-3234-64B3-B834543B2289}"/>
          </ac:grpSpMkLst>
        </pc:grpChg>
        <pc:picChg chg="add mod">
          <ac:chgData name="Ryan Mok" userId="2b5ff9b4bc27d924" providerId="LiveId" clId="{98BDB49B-93C9-4AB7-A5FC-395AE49E91C6}" dt="2026-08-20T13:54:02.011" v="678" actId="164"/>
          <ac:picMkLst>
            <pc:docMk/>
            <pc:sldMk cId="4284697073" sldId="257"/>
            <ac:picMk id="21" creationId="{71BB6670-1370-7A3A-EC4F-0ACA2D212D32}"/>
          </ac:picMkLst>
        </pc:picChg>
        <pc:picChg chg="add mod">
          <ac:chgData name="Ryan Mok" userId="2b5ff9b4bc27d924" providerId="LiveId" clId="{98BDB49B-93C9-4AB7-A5FC-395AE49E91C6}" dt="2026-08-20T13:54:02.011" v="678" actId="164"/>
          <ac:picMkLst>
            <pc:docMk/>
            <pc:sldMk cId="4284697073" sldId="257"/>
            <ac:picMk id="23" creationId="{6C32794B-1F41-FB50-12E5-E5D1FA724390}"/>
          </ac:picMkLst>
        </pc:picChg>
        <pc:picChg chg="add mod">
          <ac:chgData name="Ryan Mok" userId="2b5ff9b4bc27d924" providerId="LiveId" clId="{98BDB49B-93C9-4AB7-A5FC-395AE49E91C6}" dt="2026-08-20T13:54:02.011" v="678" actId="164"/>
          <ac:picMkLst>
            <pc:docMk/>
            <pc:sldMk cId="4284697073" sldId="257"/>
            <ac:picMk id="38" creationId="{DA1D97CD-0E69-78FB-EB5C-01B5315E7823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40" creationId="{89EB6FE9-C103-C595-ACB4-D27BB98C597F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42" creationId="{E95697B9-305B-363F-3DBE-217A5EB61061}"/>
          </ac:picMkLst>
        </pc:picChg>
        <pc:picChg chg="add mod">
          <ac:chgData name="Ryan Mok" userId="2b5ff9b4bc27d924" providerId="LiveId" clId="{98BDB49B-93C9-4AB7-A5FC-395AE49E91C6}" dt="2026-08-20T13:56:41.582" v="708" actId="164"/>
          <ac:picMkLst>
            <pc:docMk/>
            <pc:sldMk cId="4284697073" sldId="257"/>
            <ac:picMk id="43" creationId="{1407338F-62CE-F038-FF50-9C4A7046FB13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44" creationId="{35F6195A-35F8-B7F7-0C2F-E7886056B580}"/>
          </ac:picMkLst>
        </pc:picChg>
        <pc:picChg chg="add mod">
          <ac:chgData name="Ryan Mok" userId="2b5ff9b4bc27d924" providerId="LiveId" clId="{98BDB49B-93C9-4AB7-A5FC-395AE49E91C6}" dt="2026-08-20T13:56:41.582" v="708" actId="164"/>
          <ac:picMkLst>
            <pc:docMk/>
            <pc:sldMk cId="4284697073" sldId="257"/>
            <ac:picMk id="46" creationId="{25ED895A-1E99-2835-CC36-BD6AE647E269}"/>
          </ac:picMkLst>
        </pc:picChg>
        <pc:picChg chg="add del mod ord">
          <ac:chgData name="Ryan Mok" userId="2b5ff9b4bc27d924" providerId="LiveId" clId="{98BDB49B-93C9-4AB7-A5FC-395AE49E91C6}" dt="2026-08-19T14:58:22.096" v="355" actId="478"/>
          <ac:picMkLst>
            <pc:docMk/>
            <pc:sldMk cId="4284697073" sldId="257"/>
            <ac:picMk id="46" creationId="{648DE49E-2738-9E11-8AA2-69CDCF99E6F5}"/>
          </ac:picMkLst>
        </pc:picChg>
        <pc:picChg chg="add del mod">
          <ac:chgData name="Ryan Mok" userId="2b5ff9b4bc27d924" providerId="LiveId" clId="{98BDB49B-93C9-4AB7-A5FC-395AE49E91C6}" dt="2026-08-19T16:33:33.473" v="599" actId="478"/>
          <ac:picMkLst>
            <pc:docMk/>
            <pc:sldMk cId="4284697073" sldId="257"/>
            <ac:picMk id="47" creationId="{A7126727-5A2A-F505-1B41-ABFBB8ACF049}"/>
          </ac:picMkLst>
        </pc:picChg>
        <pc:picChg chg="add mod">
          <ac:chgData name="Ryan Mok" userId="2b5ff9b4bc27d924" providerId="LiveId" clId="{98BDB49B-93C9-4AB7-A5FC-395AE49E91C6}" dt="2026-08-20T13:56:41.582" v="708" actId="164"/>
          <ac:picMkLst>
            <pc:docMk/>
            <pc:sldMk cId="4284697073" sldId="257"/>
            <ac:picMk id="48" creationId="{A57E28DC-5F0F-F0FF-F7F8-AA980264D27A}"/>
          </ac:picMkLst>
        </pc:picChg>
        <pc:picChg chg="add del mod">
          <ac:chgData name="Ryan Mok" userId="2b5ff9b4bc27d924" providerId="LiveId" clId="{98BDB49B-93C9-4AB7-A5FC-395AE49E91C6}" dt="2026-08-19T16:33:33.473" v="599" actId="478"/>
          <ac:picMkLst>
            <pc:docMk/>
            <pc:sldMk cId="4284697073" sldId="257"/>
            <ac:picMk id="49" creationId="{5E16DF56-4C1A-B6E6-FA82-011A9DC779C4}"/>
          </ac:picMkLst>
        </pc:picChg>
        <pc:picChg chg="add del mod">
          <ac:chgData name="Ryan Mok" userId="2b5ff9b4bc27d924" providerId="LiveId" clId="{98BDB49B-93C9-4AB7-A5FC-395AE49E91C6}" dt="2026-08-20T13:58:27.319" v="717" actId="478"/>
          <ac:picMkLst>
            <pc:docMk/>
            <pc:sldMk cId="4284697073" sldId="257"/>
            <ac:picMk id="51" creationId="{150094DC-0617-1D5D-CED1-53E83A6D679F}"/>
          </ac:picMkLst>
        </pc:picChg>
        <pc:picChg chg="add del mod">
          <ac:chgData name="Ryan Mok" userId="2b5ff9b4bc27d924" providerId="LiveId" clId="{98BDB49B-93C9-4AB7-A5FC-395AE49E91C6}" dt="2026-08-19T16:33:33.473" v="599" actId="478"/>
          <ac:picMkLst>
            <pc:docMk/>
            <pc:sldMk cId="4284697073" sldId="257"/>
            <ac:picMk id="51" creationId="{C8B36003-7DA0-180E-F5C7-BCA0816FA3CC}"/>
          </ac:picMkLst>
        </pc:picChg>
        <pc:picChg chg="add del mod">
          <ac:chgData name="Ryan Mok" userId="2b5ff9b4bc27d924" providerId="LiveId" clId="{98BDB49B-93C9-4AB7-A5FC-395AE49E91C6}" dt="2026-08-20T13:59:22.273" v="724" actId="478"/>
          <ac:picMkLst>
            <pc:docMk/>
            <pc:sldMk cId="4284697073" sldId="257"/>
            <ac:picMk id="53" creationId="{05D07929-AA32-9EC4-0E89-43EE4BDE474B}"/>
          </ac:picMkLst>
        </pc:picChg>
        <pc:picChg chg="add del mod">
          <ac:chgData name="Ryan Mok" userId="2b5ff9b4bc27d924" providerId="LiveId" clId="{98BDB49B-93C9-4AB7-A5FC-395AE49E91C6}" dt="2026-08-19T15:53:19.335" v="591" actId="478"/>
          <ac:picMkLst>
            <pc:docMk/>
            <pc:sldMk cId="4284697073" sldId="257"/>
            <ac:picMk id="53" creationId="{8EB495DA-F087-17E2-99F4-BF554BE35F30}"/>
          </ac:picMkLst>
        </pc:picChg>
        <pc:picChg chg="add del mod">
          <ac:chgData name="Ryan Mok" userId="2b5ff9b4bc27d924" providerId="LiveId" clId="{98BDB49B-93C9-4AB7-A5FC-395AE49E91C6}" dt="2026-08-20T13:52:29.894" v="653" actId="478"/>
          <ac:picMkLst>
            <pc:docMk/>
            <pc:sldMk cId="4284697073" sldId="257"/>
            <ac:picMk id="55" creationId="{A3117651-4418-73B3-D523-23ED871F2717}"/>
          </ac:picMkLst>
        </pc:picChg>
        <pc:picChg chg="add del mod">
          <ac:chgData name="Ryan Mok" userId="2b5ff9b4bc27d924" providerId="LiveId" clId="{98BDB49B-93C9-4AB7-A5FC-395AE49E91C6}" dt="2026-08-20T14:16:55.460" v="1145" actId="478"/>
          <ac:picMkLst>
            <pc:docMk/>
            <pc:sldMk cId="4284697073" sldId="257"/>
            <ac:picMk id="56" creationId="{AB5B08B7-EB76-DE8F-C85C-046A80F03B22}"/>
          </ac:picMkLst>
        </pc:picChg>
        <pc:picChg chg="add del mod">
          <ac:chgData name="Ryan Mok" userId="2b5ff9b4bc27d924" providerId="LiveId" clId="{98BDB49B-93C9-4AB7-A5FC-395AE49E91C6}" dt="2026-08-20T13:52:28.410" v="652" actId="478"/>
          <ac:picMkLst>
            <pc:docMk/>
            <pc:sldMk cId="4284697073" sldId="257"/>
            <ac:picMk id="57" creationId="{B34B3B36-8C5A-B9A3-9937-E5C37EFB49B8}"/>
          </ac:picMkLst>
        </pc:picChg>
        <pc:picChg chg="add del mod">
          <ac:chgData name="Ryan Mok" userId="2b5ff9b4bc27d924" providerId="LiveId" clId="{98BDB49B-93C9-4AB7-A5FC-395AE49E91C6}" dt="2026-08-20T13:52:28.012" v="651" actId="478"/>
          <ac:picMkLst>
            <pc:docMk/>
            <pc:sldMk cId="4284697073" sldId="257"/>
            <ac:picMk id="59" creationId="{323DE8DF-0A04-1185-F467-393E78376154}"/>
          </ac:picMkLst>
        </pc:picChg>
        <pc:picChg chg="add del mod">
          <ac:chgData name="Ryan Mok" userId="2b5ff9b4bc27d924" providerId="LiveId" clId="{98BDB49B-93C9-4AB7-A5FC-395AE49E91C6}" dt="2026-08-20T14:02:01.558" v="738" actId="478"/>
          <ac:picMkLst>
            <pc:docMk/>
            <pc:sldMk cId="4284697073" sldId="257"/>
            <ac:picMk id="60" creationId="{B4F264C6-550D-92AA-289A-970D8BA90A4B}"/>
          </ac:picMkLst>
        </pc:picChg>
        <pc:picChg chg="add del mod">
          <ac:chgData name="Ryan Mok" userId="2b5ff9b4bc27d924" providerId="LiveId" clId="{98BDB49B-93C9-4AB7-A5FC-395AE49E91C6}" dt="2026-08-20T13:52:27.149" v="649" actId="478"/>
          <ac:picMkLst>
            <pc:docMk/>
            <pc:sldMk cId="4284697073" sldId="257"/>
            <ac:picMk id="61" creationId="{F3D6347B-FECF-CD0B-224C-0D24E026C1C0}"/>
          </ac:picMkLst>
        </pc:picChg>
        <pc:picChg chg="add del mod">
          <ac:chgData name="Ryan Mok" userId="2b5ff9b4bc27d924" providerId="LiveId" clId="{98BDB49B-93C9-4AB7-A5FC-395AE49E91C6}" dt="2026-08-20T13:52:27.587" v="650" actId="478"/>
          <ac:picMkLst>
            <pc:docMk/>
            <pc:sldMk cId="4284697073" sldId="257"/>
            <ac:picMk id="63" creationId="{CF4F2C01-603A-5CE3-B4E3-1865A6E68874}"/>
          </ac:picMkLst>
        </pc:picChg>
        <pc:picChg chg="add del mod">
          <ac:chgData name="Ryan Mok" userId="2b5ff9b4bc27d924" providerId="LiveId" clId="{98BDB49B-93C9-4AB7-A5FC-395AE49E91C6}" dt="2026-08-20T14:03:13.687" v="885" actId="478"/>
          <ac:picMkLst>
            <pc:docMk/>
            <pc:sldMk cId="4284697073" sldId="257"/>
            <ac:picMk id="64" creationId="{C2F5AB3D-5821-10F9-809A-19ADA4C9460B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65" creationId="{93043CB5-E759-84E0-CC5B-80C1B60EFBD9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67" creationId="{F0BA53D3-66B2-A4B9-EE6A-45F91AD75CCB}"/>
          </ac:picMkLst>
        </pc:picChg>
        <pc:picChg chg="add del mod">
          <ac:chgData name="Ryan Mok" userId="2b5ff9b4bc27d924" providerId="LiveId" clId="{98BDB49B-93C9-4AB7-A5FC-395AE49E91C6}" dt="2026-08-20T14:04:38.977" v="897" actId="478"/>
          <ac:picMkLst>
            <pc:docMk/>
            <pc:sldMk cId="4284697073" sldId="257"/>
            <ac:picMk id="68" creationId="{6ADBE5CD-1701-B4B5-A31E-E54280C42521}"/>
          </ac:picMkLst>
        </pc:picChg>
        <pc:picChg chg="add del mod">
          <ac:chgData name="Ryan Mok" userId="2b5ff9b4bc27d924" providerId="LiveId" clId="{98BDB49B-93C9-4AB7-A5FC-395AE49E91C6}" dt="2026-08-20T13:52:34.434" v="654" actId="478"/>
          <ac:picMkLst>
            <pc:docMk/>
            <pc:sldMk cId="4284697073" sldId="257"/>
            <ac:picMk id="69" creationId="{B632A67D-463A-F13A-B69B-4AC38D587FDD}"/>
          </ac:picMkLst>
        </pc:picChg>
        <pc:picChg chg="add del mod">
          <ac:chgData name="Ryan Mok" userId="2b5ff9b4bc27d924" providerId="LiveId" clId="{98BDB49B-93C9-4AB7-A5FC-395AE49E91C6}" dt="2026-08-20T14:07:09.019" v="934" actId="478"/>
          <ac:picMkLst>
            <pc:docMk/>
            <pc:sldMk cId="4284697073" sldId="257"/>
            <ac:picMk id="71" creationId="{DF1649D8-608E-BE00-72BF-0D0C8F253A66}"/>
          </ac:picMkLst>
        </pc:picChg>
        <pc:picChg chg="add del mod">
          <ac:chgData name="Ryan Mok" userId="2b5ff9b4bc27d924" providerId="LiveId" clId="{98BDB49B-93C9-4AB7-A5FC-395AE49E91C6}" dt="2026-08-20T14:10:05.131" v="978" actId="478"/>
          <ac:picMkLst>
            <pc:docMk/>
            <pc:sldMk cId="4284697073" sldId="257"/>
            <ac:picMk id="73" creationId="{D3202F49-07D3-A434-C4BA-5F61883F35FD}"/>
          </ac:picMkLst>
        </pc:picChg>
        <pc:picChg chg="add del mod">
          <ac:chgData name="Ryan Mok" userId="2b5ff9b4bc27d924" providerId="LiveId" clId="{98BDB49B-93C9-4AB7-A5FC-395AE49E91C6}" dt="2026-08-20T15:02:13.350" v="1230" actId="478"/>
          <ac:picMkLst>
            <pc:docMk/>
            <pc:sldMk cId="4284697073" sldId="257"/>
            <ac:picMk id="75" creationId="{D334B1A9-6F62-37A3-F1E5-DC8545CF89CB}"/>
          </ac:picMkLst>
        </pc:picChg>
        <pc:picChg chg="add del mod">
          <ac:chgData name="Ryan Mok" userId="2b5ff9b4bc27d924" providerId="LiveId" clId="{98BDB49B-93C9-4AB7-A5FC-395AE49E91C6}" dt="2026-08-20T15:02:10.054" v="1227" actId="478"/>
          <ac:picMkLst>
            <pc:docMk/>
            <pc:sldMk cId="4284697073" sldId="257"/>
            <ac:picMk id="77" creationId="{CB6DF1F2-85DA-5629-4E4B-C1091BCFF702}"/>
          </ac:picMkLst>
        </pc:picChg>
        <pc:picChg chg="add del mod">
          <ac:chgData name="Ryan Mok" userId="2b5ff9b4bc27d924" providerId="LiveId" clId="{98BDB49B-93C9-4AB7-A5FC-395AE49E91C6}" dt="2026-08-20T15:02:13.746" v="1231" actId="478"/>
          <ac:picMkLst>
            <pc:docMk/>
            <pc:sldMk cId="4284697073" sldId="257"/>
            <ac:picMk id="79" creationId="{30B39351-6F8D-5A7B-7979-7011CBE3CBC6}"/>
          </ac:picMkLst>
        </pc:picChg>
        <pc:picChg chg="add del mod">
          <ac:chgData name="Ryan Mok" userId="2b5ff9b4bc27d924" providerId="LiveId" clId="{98BDB49B-93C9-4AB7-A5FC-395AE49E91C6}" dt="2026-08-20T14:50:44.344" v="1189" actId="478"/>
          <ac:picMkLst>
            <pc:docMk/>
            <pc:sldMk cId="4284697073" sldId="257"/>
            <ac:picMk id="81" creationId="{200B4050-C536-FE01-9F5A-9B587CA3B768}"/>
          </ac:picMkLst>
        </pc:picChg>
        <pc:picChg chg="add del mod">
          <ac:chgData name="Ryan Mok" userId="2b5ff9b4bc27d924" providerId="LiveId" clId="{98BDB49B-93C9-4AB7-A5FC-395AE49E91C6}" dt="2026-08-20T14:50:25.757" v="1187" actId="22"/>
          <ac:picMkLst>
            <pc:docMk/>
            <pc:sldMk cId="4284697073" sldId="257"/>
            <ac:picMk id="83" creationId="{5EEE771B-21E0-1B65-3BDB-923E6D7210EB}"/>
          </ac:picMkLst>
        </pc:picChg>
        <pc:picChg chg="add del mod">
          <ac:chgData name="Ryan Mok" userId="2b5ff9b4bc27d924" providerId="LiveId" clId="{98BDB49B-93C9-4AB7-A5FC-395AE49E91C6}" dt="2026-08-20T14:50:21.895" v="1182" actId="22"/>
          <ac:picMkLst>
            <pc:docMk/>
            <pc:sldMk cId="4284697073" sldId="257"/>
            <ac:picMk id="85" creationId="{EE57ACDC-6F0E-2F04-984A-5B39BB77F6F2}"/>
          </ac:picMkLst>
        </pc:picChg>
        <pc:picChg chg="add del mod">
          <ac:chgData name="Ryan Mok" userId="2b5ff9b4bc27d924" providerId="LiveId" clId="{98BDB49B-93C9-4AB7-A5FC-395AE49E91C6}" dt="2026-08-20T15:11:01.030" v="1402" actId="478"/>
          <ac:picMkLst>
            <pc:docMk/>
            <pc:sldMk cId="4284697073" sldId="257"/>
            <ac:picMk id="87" creationId="{F3DB1F39-52C3-D998-05D6-28C6C7F92E61}"/>
          </ac:picMkLst>
        </pc:picChg>
        <pc:picChg chg="add del mod">
          <ac:chgData name="Ryan Mok" userId="2b5ff9b4bc27d924" providerId="LiveId" clId="{98BDB49B-93C9-4AB7-A5FC-395AE49E91C6}" dt="2026-08-20T15:02:10.593" v="1228" actId="478"/>
          <ac:picMkLst>
            <pc:docMk/>
            <pc:sldMk cId="4284697073" sldId="257"/>
            <ac:picMk id="89" creationId="{04538F8A-D9B7-4366-423C-E1396E20D697}"/>
          </ac:picMkLst>
        </pc:picChg>
        <pc:picChg chg="add del mod">
          <ac:chgData name="Ryan Mok" userId="2b5ff9b4bc27d924" providerId="LiveId" clId="{98BDB49B-93C9-4AB7-A5FC-395AE49E91C6}" dt="2026-08-20T15:02:09.659" v="1226" actId="478"/>
          <ac:picMkLst>
            <pc:docMk/>
            <pc:sldMk cId="4284697073" sldId="257"/>
            <ac:picMk id="91" creationId="{742C6BD1-E135-5913-23F4-4A86C197AA13}"/>
          </ac:picMkLst>
        </pc:picChg>
        <pc:picChg chg="add mod">
          <ac:chgData name="Ryan Mok" userId="2b5ff9b4bc27d924" providerId="LiveId" clId="{98BDB49B-93C9-4AB7-A5FC-395AE49E91C6}" dt="2026-08-20T15:06:29.353" v="1397" actId="164"/>
          <ac:picMkLst>
            <pc:docMk/>
            <pc:sldMk cId="4284697073" sldId="257"/>
            <ac:picMk id="93" creationId="{9DE9A554-6170-1FB0-5AE6-E7B4A65BB537}"/>
          </ac:picMkLst>
        </pc:picChg>
        <pc:picChg chg="add mod">
          <ac:chgData name="Ryan Mok" userId="2b5ff9b4bc27d924" providerId="LiveId" clId="{98BDB49B-93C9-4AB7-A5FC-395AE49E91C6}" dt="2026-08-20T15:06:29.353" v="1397" actId="164"/>
          <ac:picMkLst>
            <pc:docMk/>
            <pc:sldMk cId="4284697073" sldId="257"/>
            <ac:picMk id="95" creationId="{EE9BC05F-B7E3-CA11-DC00-15C950FA7D23}"/>
          </ac:picMkLst>
        </pc:picChg>
        <pc:picChg chg="add mod">
          <ac:chgData name="Ryan Mok" userId="2b5ff9b4bc27d924" providerId="LiveId" clId="{98BDB49B-93C9-4AB7-A5FC-395AE49E91C6}" dt="2026-08-20T15:06:29.353" v="1397" actId="164"/>
          <ac:picMkLst>
            <pc:docMk/>
            <pc:sldMk cId="4284697073" sldId="257"/>
            <ac:picMk id="97" creationId="{794851A6-82D4-39F5-1845-5DDF13F7AA74}"/>
          </ac:picMkLst>
        </pc:picChg>
        <pc:picChg chg="add mod">
          <ac:chgData name="Ryan Mok" userId="2b5ff9b4bc27d924" providerId="LiveId" clId="{98BDB49B-93C9-4AB7-A5FC-395AE49E91C6}" dt="2026-08-20T15:22:20.272" v="2614" actId="164"/>
          <ac:picMkLst>
            <pc:docMk/>
            <pc:sldMk cId="4284697073" sldId="257"/>
            <ac:picMk id="100" creationId="{1B28F01E-BDE3-52AD-4093-67C1EF6A1087}"/>
          </ac:picMkLst>
        </pc:picChg>
        <pc:picChg chg="add mod modCrop">
          <ac:chgData name="Ryan Mok" userId="2b5ff9b4bc27d924" providerId="LiveId" clId="{98BDB49B-93C9-4AB7-A5FC-395AE49E91C6}" dt="2026-08-20T15:20:25.691" v="2540" actId="1037"/>
          <ac:picMkLst>
            <pc:docMk/>
            <pc:sldMk cId="4284697073" sldId="257"/>
            <ac:picMk id="102" creationId="{C081D37A-3F34-CEE6-7DF1-5F1F3CD99C8F}"/>
          </ac:picMkLst>
        </pc:picChg>
        <pc:picChg chg="add mod">
          <ac:chgData name="Ryan Mok" userId="2b5ff9b4bc27d924" providerId="LiveId" clId="{98BDB49B-93C9-4AB7-A5FC-395AE49E91C6}" dt="2026-08-20T15:22:20.272" v="2614" actId="164"/>
          <ac:picMkLst>
            <pc:docMk/>
            <pc:sldMk cId="4284697073" sldId="257"/>
            <ac:picMk id="104" creationId="{9507A142-E620-ECAA-B88A-B067DBD071DF}"/>
          </ac:picMkLst>
        </pc:picChg>
        <pc:picChg chg="add del mod">
          <ac:chgData name="Ryan Mok" userId="2b5ff9b4bc27d924" providerId="LiveId" clId="{98BDB49B-93C9-4AB7-A5FC-395AE49E91C6}" dt="2026-08-20T15:16:23.956" v="2076" actId="478"/>
          <ac:picMkLst>
            <pc:docMk/>
            <pc:sldMk cId="4284697073" sldId="257"/>
            <ac:picMk id="106" creationId="{8735528E-1305-0B3F-41EA-2D4955B8F78C}"/>
          </ac:picMkLst>
        </pc:picChg>
        <pc:picChg chg="add mod modCrop">
          <ac:chgData name="Ryan Mok" userId="2b5ff9b4bc27d924" providerId="LiveId" clId="{98BDB49B-93C9-4AB7-A5FC-395AE49E91C6}" dt="2026-08-20T15:17:55.052" v="2377" actId="164"/>
          <ac:picMkLst>
            <pc:docMk/>
            <pc:sldMk cId="4284697073" sldId="257"/>
            <ac:picMk id="108" creationId="{CFCC7DEF-BBEC-AE27-044B-9962CF97977D}"/>
          </ac:picMkLst>
        </pc:picChg>
        <pc:picChg chg="add mod">
          <ac:chgData name="Ryan Mok" userId="2b5ff9b4bc27d924" providerId="LiveId" clId="{98BDB49B-93C9-4AB7-A5FC-395AE49E91C6}" dt="2026-08-20T15:38:24.564" v="3234" actId="164"/>
          <ac:picMkLst>
            <pc:docMk/>
            <pc:sldMk cId="4284697073" sldId="257"/>
            <ac:picMk id="115" creationId="{45C465AF-A32D-E5BD-4910-FD76854046B2}"/>
          </ac:picMkLst>
        </pc:picChg>
        <pc:picChg chg="add mod">
          <ac:chgData name="Ryan Mok" userId="2b5ff9b4bc27d924" providerId="LiveId" clId="{98BDB49B-93C9-4AB7-A5FC-395AE49E91C6}" dt="2026-08-20T15:38:24.564" v="3234" actId="164"/>
          <ac:picMkLst>
            <pc:docMk/>
            <pc:sldMk cId="4284697073" sldId="257"/>
            <ac:picMk id="117" creationId="{473FE8C4-79D5-CFD5-CD80-AFDDCC556867}"/>
          </ac:picMkLst>
        </pc:picChg>
        <pc:picChg chg="add mod">
          <ac:chgData name="Ryan Mok" userId="2b5ff9b4bc27d924" providerId="LiveId" clId="{98BDB49B-93C9-4AB7-A5FC-395AE49E91C6}" dt="2026-08-20T15:38:24.564" v="3234" actId="164"/>
          <ac:picMkLst>
            <pc:docMk/>
            <pc:sldMk cId="4284697073" sldId="257"/>
            <ac:picMk id="119" creationId="{68896298-5E3F-7709-5EF4-9050D41EFA1B}"/>
          </ac:picMkLst>
        </pc:picChg>
        <pc:picChg chg="add mod">
          <ac:chgData name="Ryan Mok" userId="2b5ff9b4bc27d924" providerId="LiveId" clId="{98BDB49B-93C9-4AB7-A5FC-395AE49E91C6}" dt="2026-08-20T18:18:09.558" v="5981" actId="1038"/>
          <ac:picMkLst>
            <pc:docMk/>
            <pc:sldMk cId="4284697073" sldId="257"/>
            <ac:picMk id="128" creationId="{D7009208-CC3F-BADB-A338-3C3DDCD5B861}"/>
          </ac:picMkLst>
        </pc:picChg>
        <pc:picChg chg="add mod">
          <ac:chgData name="Ryan Mok" userId="2b5ff9b4bc27d924" providerId="LiveId" clId="{98BDB49B-93C9-4AB7-A5FC-395AE49E91C6}" dt="2026-08-20T18:21:39.982" v="5986" actId="1076"/>
          <ac:picMkLst>
            <pc:docMk/>
            <pc:sldMk cId="4284697073" sldId="257"/>
            <ac:picMk id="160" creationId="{EB415472-1A49-1599-EE17-227300B70D7D}"/>
          </ac:picMkLst>
        </pc:picChg>
        <pc:cxnChg chg="mod">
          <ac:chgData name="Ryan Mok" userId="2b5ff9b4bc27d924" providerId="LiveId" clId="{98BDB49B-93C9-4AB7-A5FC-395AE49E91C6}" dt="2026-08-19T14:59:34.933" v="371" actId="34135"/>
          <ac:cxnSpMkLst>
            <pc:docMk/>
            <pc:sldMk cId="4284697073" sldId="257"/>
            <ac:cxnSpMk id="25" creationId="{1BDE498B-0EBE-96E0-34F8-D8769226A488}"/>
          </ac:cxnSpMkLst>
        </pc:cxnChg>
        <pc:cxnChg chg="mod">
          <ac:chgData name="Ryan Mok" userId="2b5ff9b4bc27d924" providerId="LiveId" clId="{98BDB49B-93C9-4AB7-A5FC-395AE49E91C6}" dt="2026-08-19T14:59:34.933" v="371" actId="34135"/>
          <ac:cxnSpMkLst>
            <pc:docMk/>
            <pc:sldMk cId="4284697073" sldId="257"/>
            <ac:cxnSpMk id="27" creationId="{A23FE6D0-FA4A-FAF0-11FE-2D6EDAF52C0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 gui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 descr="Poster title"/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5" name="Text Placeholder 4" descr="Authors"/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29" name="Text Placeholder 28"/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8" name="Text Placeholder 4" descr="Authors">
            <a:extLst>
              <a:ext uri="{FF2B5EF4-FFF2-40B4-BE49-F238E27FC236}">
                <a16:creationId xmlns:a16="http://schemas.microsoft.com/office/drawing/2014/main" id="{154E7EC7-9A76-F946-71DE-4EF5B46C0B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</p:spTree>
    <p:extLst>
      <p:ext uri="{BB962C8B-B14F-4D97-AF65-F5344CB8AC3E}">
        <p14:creationId xmlns:p14="http://schemas.microsoft.com/office/powerpoint/2010/main" val="811109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7">
            <a:extLst>
              <a:ext uri="{FF2B5EF4-FFF2-40B4-BE49-F238E27FC236}">
                <a16:creationId xmlns:a16="http://schemas.microsoft.com/office/drawing/2014/main" id="{DCC4DC64-9091-DD51-986A-D23FA29050A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55738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4" name="Title 2" descr="Poster title">
            <a:extLst>
              <a:ext uri="{FF2B5EF4-FFF2-40B4-BE49-F238E27FC236}">
                <a16:creationId xmlns:a16="http://schemas.microsoft.com/office/drawing/2014/main" id="{D34BA167-D069-6F9D-C743-20BB830828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5" name="Text Placeholder 4" descr="Authors">
            <a:extLst>
              <a:ext uri="{FF2B5EF4-FFF2-40B4-BE49-F238E27FC236}">
                <a16:creationId xmlns:a16="http://schemas.microsoft.com/office/drawing/2014/main" id="{CC3D0CAF-2A09-7460-2A49-386EC1EE72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511AAE68-CD1C-181C-561A-37FE098FDDF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1716F857-D62B-B915-DEFA-087C26DA1C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8" name="Text Placeholder 4" descr="Authors">
            <a:extLst>
              <a:ext uri="{FF2B5EF4-FFF2-40B4-BE49-F238E27FC236}">
                <a16:creationId xmlns:a16="http://schemas.microsoft.com/office/drawing/2014/main" id="{1EB64D78-0D90-62E2-6610-27C9FDDA270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0" hasCustomPrompt="1"/>
          </p:nvPr>
        </p:nvSpPr>
        <p:spPr>
          <a:xfrm>
            <a:off x="1455738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6EAD142D-050F-AEEA-F86D-D271601D1DB5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1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B95A5A2D-CED0-E6AA-7782-C92452C30851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385722" y="6461125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CEC80A7F-7DF5-8CBD-1F35-58951A5E3B0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4992451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7C8B80A8-4D7D-FB1D-4451-94E54060AF45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8385722" y="16794686"/>
            <a:ext cx="13069787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39019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2 columns with 4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7">
            <a:extLst>
              <a:ext uri="{FF2B5EF4-FFF2-40B4-BE49-F238E27FC236}">
                <a16:creationId xmlns:a16="http://schemas.microsoft.com/office/drawing/2014/main" id="{24C032DB-2657-3583-4984-68F5177BFE4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55738" y="6461125"/>
            <a:ext cx="13069787" cy="2019776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2" name="Title 2" descr="Poster title">
            <a:extLst>
              <a:ext uri="{FF2B5EF4-FFF2-40B4-BE49-F238E27FC236}">
                <a16:creationId xmlns:a16="http://schemas.microsoft.com/office/drawing/2014/main" id="{BA707C6E-AA9D-BDD6-123A-BFDFBCD20C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5" name="Text Placeholder 4" descr="Authors">
            <a:extLst>
              <a:ext uri="{FF2B5EF4-FFF2-40B4-BE49-F238E27FC236}">
                <a16:creationId xmlns:a16="http://schemas.microsoft.com/office/drawing/2014/main" id="{B4B84AD6-875D-B718-CD8D-9928BE1EDB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CB06403D-60DB-5569-0606-4152676DFEB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9" name="Text Placeholder 28">
            <a:extLst>
              <a:ext uri="{FF2B5EF4-FFF2-40B4-BE49-F238E27FC236}">
                <a16:creationId xmlns:a16="http://schemas.microsoft.com/office/drawing/2014/main" id="{3BEE4633-7CFC-0C87-EC5B-096D2E807E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21" name="Text Placeholder 4" descr="Authors">
            <a:extLst>
              <a:ext uri="{FF2B5EF4-FFF2-40B4-BE49-F238E27FC236}">
                <a16:creationId xmlns:a16="http://schemas.microsoft.com/office/drawing/2014/main" id="{E6B46423-7128-7482-3F73-2DD2B354D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0346E2EE-7354-277F-2C69-2EF10AF75CA6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2" y="6461125"/>
            <a:ext cx="12853786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9EF11726-B8CB-D992-D79E-12163F8BE54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7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950B45B4-D7E1-F5B0-8098-B25E2D9FE73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992452" y="16794263"/>
            <a:ext cx="12853786" cy="98646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B5E37BB1-6B5E-30BA-8B27-7009FA273DF2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28278237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C4582D-CC8B-3378-8E81-B22A36EC1900}"/>
              </a:ext>
            </a:extLst>
          </p:cNvPr>
          <p:cNvSpPr>
            <a:spLocks noChangeAspect="1"/>
          </p:cNvSpPr>
          <p:nvPr userDrawn="1"/>
        </p:nvSpPr>
        <p:spPr>
          <a:xfrm>
            <a:off x="44457837" y="24683816"/>
            <a:ext cx="432000" cy="43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7">
            <a:extLst>
              <a:ext uri="{FF2B5EF4-FFF2-40B4-BE49-F238E27FC236}">
                <a16:creationId xmlns:a16="http://schemas.microsoft.com/office/drawing/2014/main" id="{126E1B9A-BAC4-2FB9-3E33-FC2A92BBFD71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8278237" y="20142301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0075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0 Portrait Poster - 2 columns with 4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 descr="Poster title">
            <a:extLst>
              <a:ext uri="{FF2B5EF4-FFF2-40B4-BE49-F238E27FC236}">
                <a16:creationId xmlns:a16="http://schemas.microsoft.com/office/drawing/2014/main" id="{E276614B-1535-6B9F-7F6D-E024D4270E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12" name="Text Placeholder 4" descr="Authors">
            <a:extLst>
              <a:ext uri="{FF2B5EF4-FFF2-40B4-BE49-F238E27FC236}">
                <a16:creationId xmlns:a16="http://schemas.microsoft.com/office/drawing/2014/main" id="{D5B1630E-DC38-8945-415E-ADEF6F1BD5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15" name="Text Placeholder 26">
            <a:extLst>
              <a:ext uri="{FF2B5EF4-FFF2-40B4-BE49-F238E27FC236}">
                <a16:creationId xmlns:a16="http://schemas.microsoft.com/office/drawing/2014/main" id="{93CC985E-6533-60ED-75BB-41F8B1128C0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A66E9A93-2B05-0094-ACBC-748C443B13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8" name="Text Placeholder 4" descr="Authors">
            <a:extLst>
              <a:ext uri="{FF2B5EF4-FFF2-40B4-BE49-F238E27FC236}">
                <a16:creationId xmlns:a16="http://schemas.microsoft.com/office/drawing/2014/main" id="{13DFE7D4-DB0B-7A35-BF4D-0329BE0451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89554296-707F-F64B-41C4-46640E83D6F4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92452" y="6461125"/>
            <a:ext cx="12853786" cy="1324917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482447DE-9149-5F2C-3B45-0D0CFCBC8F9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7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A070046B-4FB0-1288-8022-A35244276A8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28278237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2" name="Content Placeholder 7">
            <a:extLst>
              <a:ext uri="{FF2B5EF4-FFF2-40B4-BE49-F238E27FC236}">
                <a16:creationId xmlns:a16="http://schemas.microsoft.com/office/drawing/2014/main" id="{D57997EF-EF96-EEA6-5B36-D78F44E35729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448522" y="6461126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A5CAFCB6-52AD-3CEA-4BE3-3B72B8FABE1E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1448522" y="13467359"/>
            <a:ext cx="13104714" cy="624294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30AC499E-3515-F316-6329-65ED7E3DA2DE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28278237" y="20142301"/>
            <a:ext cx="13104714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650EC3A2-BAD9-8FE9-842C-A4DC19E0DEE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1448522" y="20142301"/>
            <a:ext cx="26397716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60615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 userDrawn="1"/>
        </p:nvSpPr>
        <p:spPr>
          <a:xfrm>
            <a:off x="1523658" y="25846721"/>
            <a:ext cx="39800056" cy="22524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" name="Title 2" descr="Poster title">
            <a:extLst>
              <a:ext uri="{FF2B5EF4-FFF2-40B4-BE49-F238E27FC236}">
                <a16:creationId xmlns:a16="http://schemas.microsoft.com/office/drawing/2014/main" id="{FE52C7D5-BCBB-A059-27DE-6DF5B9194A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7" name="Text Placeholder 4" descr="Authors">
            <a:extLst>
              <a:ext uri="{FF2B5EF4-FFF2-40B4-BE49-F238E27FC236}">
                <a16:creationId xmlns:a16="http://schemas.microsoft.com/office/drawing/2014/main" id="{FBB0A1E1-DBE8-E4FA-8ED5-2611765820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9B862F6A-BE5E-B0A9-2C35-C9AF2E21A2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9007D108-B1D0-D16F-5158-0AECA4D4A2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4" name="Text Placeholder 4" descr="Authors">
            <a:extLst>
              <a:ext uri="{FF2B5EF4-FFF2-40B4-BE49-F238E27FC236}">
                <a16:creationId xmlns:a16="http://schemas.microsoft.com/office/drawing/2014/main" id="{FDBF5D5D-F0B5-0B63-2183-E28C51AA1F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256CD94A-BF0A-8BD8-2610-4B3F840B4C1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1618675" y="6461126"/>
            <a:ext cx="19764275" cy="651658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4226652C-3D09-DF7B-2BB5-77981FF81FBA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1591350" y="13409713"/>
            <a:ext cx="9791600" cy="13249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1" name="Content Placeholder 7">
            <a:extLst>
              <a:ext uri="{FF2B5EF4-FFF2-40B4-BE49-F238E27FC236}">
                <a16:creationId xmlns:a16="http://schemas.microsoft.com/office/drawing/2014/main" id="{F51E3C16-F27D-1F89-53E6-5B75DAD525E9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1618674" y="13409713"/>
            <a:ext cx="9596611" cy="13249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2" name="Content Placeholder 7">
            <a:extLst>
              <a:ext uri="{FF2B5EF4-FFF2-40B4-BE49-F238E27FC236}">
                <a16:creationId xmlns:a16="http://schemas.microsoft.com/office/drawing/2014/main" id="{229497F8-2CF2-5486-508D-07278C11516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1499346" y="20142300"/>
            <a:ext cx="9711482" cy="65165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6" name="Content Placeholder 7">
            <a:extLst>
              <a:ext uri="{FF2B5EF4-FFF2-40B4-BE49-F238E27FC236}">
                <a16:creationId xmlns:a16="http://schemas.microsoft.com/office/drawing/2014/main" id="{9F33828F-8FB1-9C9E-4C28-4DEF2873A75C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11644413" y="20142300"/>
            <a:ext cx="9540676" cy="65165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023540C2-B964-FEB5-19C7-FB38CC145FF6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1499346" y="6461126"/>
            <a:ext cx="19685742" cy="132491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26056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0 Portrait Poster - 5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21946874" y="25846721"/>
            <a:ext cx="19330668" cy="22524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E66E01E-9029-36D5-B32A-05273F37B98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455737" y="6461125"/>
            <a:ext cx="39892287" cy="6732588"/>
          </a:xfrm>
          <a:prstGeom prst="rect">
            <a:avLst/>
          </a:prstGeom>
          <a:solidFill>
            <a:schemeClr val="accent3"/>
          </a:solidFill>
        </p:spPr>
        <p:txBody>
          <a:bodyPr/>
          <a:lstStyle>
            <a:lvl1pPr marL="0" indent="0">
              <a:buNone/>
              <a:defRPr sz="3600" baseline="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Click here to add text or choose graphic icon below</a:t>
            </a:r>
          </a:p>
        </p:txBody>
      </p:sp>
      <p:sp>
        <p:nvSpPr>
          <p:cNvPr id="2" name="Title 2" descr="Poster title">
            <a:extLst>
              <a:ext uri="{FF2B5EF4-FFF2-40B4-BE49-F238E27FC236}">
                <a16:creationId xmlns:a16="http://schemas.microsoft.com/office/drawing/2014/main" id="{336ABE73-06C3-21EC-AFB8-6562871099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3" name="Text Placeholder 4" descr="Authors">
            <a:extLst>
              <a:ext uri="{FF2B5EF4-FFF2-40B4-BE49-F238E27FC236}">
                <a16:creationId xmlns:a16="http://schemas.microsoft.com/office/drawing/2014/main" id="{99254583-9AF0-5A68-A679-E571F91E28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2BD500EC-B318-C25A-CC6E-1E1D2B9F8B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55738" y="27198888"/>
            <a:ext cx="19729350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DD8B3662-AAE7-E730-53E7-1AC9780E45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618675" y="27198888"/>
            <a:ext cx="19729351" cy="21735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8" name="Text Placeholder 4" descr="Authors">
            <a:extLst>
              <a:ext uri="{FF2B5EF4-FFF2-40B4-BE49-F238E27FC236}">
                <a16:creationId xmlns:a16="http://schemas.microsoft.com/office/drawing/2014/main" id="{B7BE58E4-A314-BE47-4D81-BD0E1CBDE5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7EA5419-B0E7-B01A-D692-723A43244ED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1526221" y="13625713"/>
            <a:ext cx="19658867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9D1027F9-68E0-8EAA-845F-F16B0B2E9EDB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31591350" y="13625713"/>
            <a:ext cx="9791600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94988F48-9926-4A15-4BEB-5A1D2AB95092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21618675" y="13625713"/>
            <a:ext cx="9540676" cy="130331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57735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0 Portrait Poster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0" hasCustomPrompt="1"/>
          </p:nvPr>
        </p:nvSpPr>
        <p:spPr>
          <a:xfrm>
            <a:off x="1455739" y="6461125"/>
            <a:ext cx="13069786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1155E0EB-7A13-4FEF-E8F5-652A445AD3D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8357" y="28099319"/>
            <a:ext cx="18815160" cy="12731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contact details here</a:t>
            </a:r>
          </a:p>
        </p:txBody>
      </p:sp>
      <p:sp>
        <p:nvSpPr>
          <p:cNvPr id="9" name="Text Placeholder 28">
            <a:extLst>
              <a:ext uri="{FF2B5EF4-FFF2-40B4-BE49-F238E27FC236}">
                <a16:creationId xmlns:a16="http://schemas.microsoft.com/office/drawing/2014/main" id="{93979406-CC48-81D1-58AA-29196C52AF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10248" y="28099319"/>
            <a:ext cx="18835363" cy="12731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6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lvl="0"/>
            <a:r>
              <a:rPr lang="en-GB" dirty="0"/>
              <a:t>Add collaborator logos here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11A23ADC-E0CE-48CA-5259-5A98B5D94E3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4957525" y="6461125"/>
            <a:ext cx="12888713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6D91ABA7-7336-C15D-62C5-AF4783831A5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8278239" y="6461125"/>
            <a:ext cx="13069788" cy="201672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>
                <a:solidFill>
                  <a:schemeClr val="tx2"/>
                </a:solidFill>
                <a:latin typeface="UCL Sans" pitchFamily="2" charset="77"/>
                <a:cs typeface="Arial" panose="020B0604020202020204" pitchFamily="34" charset="0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here to add text or choose graphic icon below</a:t>
            </a:r>
          </a:p>
          <a:p>
            <a:pPr lvl="0"/>
            <a:endParaRPr lang="en-GB" dirty="0"/>
          </a:p>
        </p:txBody>
      </p:sp>
      <p:sp>
        <p:nvSpPr>
          <p:cNvPr id="2" name="Title 2" descr="Poster title">
            <a:extLst>
              <a:ext uri="{FF2B5EF4-FFF2-40B4-BE49-F238E27FC236}">
                <a16:creationId xmlns:a16="http://schemas.microsoft.com/office/drawing/2014/main" id="{6E1D1B85-9DE6-9248-856B-E62E162040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00491" y="1420813"/>
            <a:ext cx="31547533" cy="1908175"/>
          </a:xfrm>
          <a:prstGeom prst="rect">
            <a:avLst/>
          </a:prstGeom>
        </p:spPr>
        <p:txBody>
          <a:bodyPr/>
          <a:lstStyle>
            <a:lvl1pPr>
              <a:defRPr sz="72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r>
              <a:rPr lang="en-US" dirty="0"/>
              <a:t>Click to add title – UCL Sans Semibold </a:t>
            </a:r>
            <a:br>
              <a:rPr lang="en-US" dirty="0"/>
            </a:br>
            <a:r>
              <a:rPr lang="en-US" dirty="0"/>
              <a:t>72 pts up to three lines</a:t>
            </a:r>
            <a:endParaRPr lang="en-GB" dirty="0"/>
          </a:p>
        </p:txBody>
      </p:sp>
      <p:sp>
        <p:nvSpPr>
          <p:cNvPr id="4" name="Text Placeholder 4" descr="Authors">
            <a:extLst>
              <a:ext uri="{FF2B5EF4-FFF2-40B4-BE49-F238E27FC236}">
                <a16:creationId xmlns:a16="http://schemas.microsoft.com/office/drawing/2014/main" id="{43141438-2303-98C3-F316-242844150EF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759216" y="3976279"/>
            <a:ext cx="18087022" cy="1089112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1" i="0">
                <a:solidFill>
                  <a:schemeClr val="bg1"/>
                </a:solidFill>
                <a:latin typeface="UCL Sans SemiBold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authors – UCL Sans Semibold 36-48pts in up to three lines</a:t>
            </a:r>
          </a:p>
        </p:txBody>
      </p:sp>
      <p:sp>
        <p:nvSpPr>
          <p:cNvPr id="6" name="Text Placeholder 4" descr="Authors">
            <a:extLst>
              <a:ext uri="{FF2B5EF4-FFF2-40B4-BE49-F238E27FC236}">
                <a16:creationId xmlns:a16="http://schemas.microsoft.com/office/drawing/2014/main" id="{BDE41DA2-9DEF-E117-8A8D-53D55B327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278237" y="3976279"/>
            <a:ext cx="13069787" cy="1089111"/>
          </a:xfrm>
          <a:prstGeom prst="rect">
            <a:avLst/>
          </a:prstGeom>
        </p:spPr>
        <p:txBody>
          <a:bodyPr/>
          <a:lstStyle>
            <a:lvl1pPr marL="0" marR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600" b="0">
                <a:solidFill>
                  <a:schemeClr val="bg1"/>
                </a:solidFill>
                <a:latin typeface="UCL Sans" pitchFamily="2" charset="77"/>
              </a:defRPr>
            </a:lvl1pPr>
          </a:lstStyle>
          <a:p>
            <a:pPr marL="0" marR="0" lvl="0" indent="0" algn="l" defTabSz="3027487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affiliation – UCL Sans Regular 24-36pts</a:t>
            </a:r>
          </a:p>
        </p:txBody>
      </p:sp>
    </p:spTree>
    <p:extLst>
      <p:ext uri="{BB962C8B-B14F-4D97-AF65-F5344CB8AC3E}">
        <p14:creationId xmlns:p14="http://schemas.microsoft.com/office/powerpoint/2010/main" val="510518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3C4532-9CA1-0E74-8B8E-AF175DB2F236}"/>
              </a:ext>
            </a:extLst>
          </p:cNvPr>
          <p:cNvSpPr/>
          <p:nvPr userDrawn="1"/>
        </p:nvSpPr>
        <p:spPr>
          <a:xfrm>
            <a:off x="1" y="0"/>
            <a:ext cx="42803763" cy="577691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91C394-423D-DBAC-D171-8D8362B3975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55739" y="1455739"/>
            <a:ext cx="6661147" cy="187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17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917" userDrawn="1">
          <p15:clr>
            <a:srgbClr val="F26B43"/>
          </p15:clr>
        </p15:guide>
        <p15:guide id="18" pos="26046" userDrawn="1">
          <p15:clr>
            <a:srgbClr val="F26B43"/>
          </p15:clr>
        </p15:guide>
        <p15:guide id="19" orient="horz" pos="895" userDrawn="1">
          <p15:clr>
            <a:srgbClr val="F26B43"/>
          </p15:clr>
        </p15:guide>
        <p15:guide id="36" orient="horz" pos="18502" userDrawn="1">
          <p15:clr>
            <a:srgbClr val="F26B43"/>
          </p15:clr>
        </p15:guide>
        <p15:guide id="37" orient="horz" pos="16793" userDrawn="1">
          <p15:clr>
            <a:srgbClr val="F26B43"/>
          </p15:clr>
        </p15:guide>
        <p15:guide id="38" orient="horz" pos="4070" userDrawn="1">
          <p15:clr>
            <a:srgbClr val="F26B43"/>
          </p15:clr>
        </p15:guide>
        <p15:guide id="39" orient="horz" pos="6202" userDrawn="1">
          <p15:clr>
            <a:srgbClr val="F26B43"/>
          </p15:clr>
        </p15:guide>
        <p15:guide id="40" orient="horz" pos="10420" userDrawn="1">
          <p15:clr>
            <a:srgbClr val="F26B43"/>
          </p15:clr>
        </p15:guide>
        <p15:guide id="41" orient="horz" pos="8311" userDrawn="1">
          <p15:clr>
            <a:srgbClr val="F26B43"/>
          </p15:clr>
        </p15:guide>
        <p15:guide id="42" orient="horz" pos="12552" userDrawn="1">
          <p15:clr>
            <a:srgbClr val="F26B43"/>
          </p15:clr>
        </p15:guide>
        <p15:guide id="43" orient="horz" pos="14661" userDrawn="1">
          <p15:clr>
            <a:srgbClr val="F26B43"/>
          </p15:clr>
        </p15:guide>
        <p15:guide id="44" pos="3003" userDrawn="1">
          <p15:clr>
            <a:srgbClr val="F26B43"/>
          </p15:clr>
        </p15:guide>
        <p15:guide id="45" pos="5113" userDrawn="1">
          <p15:clr>
            <a:srgbClr val="F26B43"/>
          </p15:clr>
        </p15:guide>
        <p15:guide id="46" pos="7199" userDrawn="1">
          <p15:clr>
            <a:srgbClr val="F26B43"/>
          </p15:clr>
        </p15:guide>
        <p15:guide id="47" pos="9286" userDrawn="1">
          <p15:clr>
            <a:srgbClr val="F26B43"/>
          </p15:clr>
        </p15:guide>
        <p15:guide id="48" pos="11418" userDrawn="1">
          <p15:clr>
            <a:srgbClr val="F26B43"/>
          </p15:clr>
        </p15:guide>
        <p15:guide id="49" pos="13482" userDrawn="1">
          <p15:clr>
            <a:srgbClr val="F26B43"/>
          </p15:clr>
        </p15:guide>
        <p15:guide id="50" pos="15568" userDrawn="1">
          <p15:clr>
            <a:srgbClr val="F26B43"/>
          </p15:clr>
        </p15:guide>
        <p15:guide id="51" pos="17677" userDrawn="1">
          <p15:clr>
            <a:srgbClr val="F26B43"/>
          </p15:clr>
        </p15:guide>
        <p15:guide id="52" pos="19764" userDrawn="1">
          <p15:clr>
            <a:srgbClr val="F26B43"/>
          </p15:clr>
        </p15:guide>
        <p15:guide id="53" pos="21850" userDrawn="1">
          <p15:clr>
            <a:srgbClr val="F26B43"/>
          </p15:clr>
        </p15:guide>
        <p15:guide id="54" pos="23960" userDrawn="1">
          <p15:clr>
            <a:srgbClr val="F26B43"/>
          </p15:clr>
        </p15:guide>
        <p15:guide id="55" orient="horz" pos="2097" userDrawn="1">
          <p15:clr>
            <a:srgbClr val="F26B43"/>
          </p15:clr>
        </p15:guide>
        <p15:guide id="56" orient="horz" pos="36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C238F35-E5A8-EDA3-2713-36239122D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000" dirty="0"/>
              <a:t>An </a:t>
            </a:r>
            <a:r>
              <a:rPr lang="en-GB" sz="8000" i="1" dirty="0"/>
              <a:t>Ab Initio </a:t>
            </a:r>
            <a:r>
              <a:rPr lang="en-GB" sz="8000" dirty="0"/>
              <a:t>Rovibrational Linelist for HPO</a:t>
            </a:r>
            <a:endParaRPr lang="en-US" sz="80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16651-C81A-514E-B9EB-FD00EBC0F2C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Ryan Mok, </a:t>
            </a:r>
            <a:r>
              <a:rPr lang="en-GB" dirty="0"/>
              <a:t>Fangping Liu, Sergei N. Yurchenko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E36AFFF-BFC1-723D-CB6A-9115FC6AAB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FCA8C5BA-1FF5-149B-9632-932DB9DA8ED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C763BC8-5523-6C28-2239-5EA255422EE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GB" dirty="0"/>
              <a:t>Department of Physics and Astronomy, University College London, WC1E 6BT, London, UK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A7236CB-1D08-1C61-8FA2-BA47FB251EB1}"/>
              </a:ext>
            </a:extLst>
          </p:cNvPr>
          <p:cNvGrpSpPr>
            <a:grpSpLocks/>
          </p:cNvGrpSpPr>
          <p:nvPr/>
        </p:nvGrpSpPr>
        <p:grpSpPr>
          <a:xfrm>
            <a:off x="1010365" y="12511660"/>
            <a:ext cx="6243647" cy="3778948"/>
            <a:chOff x="2529884" y="1485419"/>
            <a:chExt cx="4296945" cy="2600713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585A51F-CF5B-017C-7401-ACE9EC6E5F97}"/>
                </a:ext>
              </a:extLst>
            </p:cNvPr>
            <p:cNvSpPr>
              <a:spLocks/>
            </p:cNvSpPr>
            <p:nvPr/>
          </p:nvSpPr>
          <p:spPr>
            <a:xfrm rot="8449048">
              <a:off x="3917299" y="1485419"/>
              <a:ext cx="1451378" cy="1431365"/>
            </a:xfrm>
            <a:prstGeom prst="arc">
              <a:avLst>
                <a:gd name="adj1" fmla="val 15496379"/>
                <a:gd name="adj2" fmla="val 21546438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BDE498B-0EBE-96E0-34F8-D8769226A4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6957" y="2201101"/>
              <a:ext cx="1667245" cy="14199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E8F0C31-F325-E517-DF78-7DF30F8975B7}"/>
                </a:ext>
              </a:extLst>
            </p:cNvPr>
            <p:cNvSpPr>
              <a:spLocks/>
            </p:cNvSpPr>
            <p:nvPr/>
          </p:nvSpPr>
          <p:spPr>
            <a:xfrm>
              <a:off x="2529884" y="3146770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23FE6D0-FA4A-FAF0-11FE-2D6EDAF52C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34202" y="2201101"/>
              <a:ext cx="1755554" cy="14199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DFFD4A4-2CFB-3F78-09F9-63F5C1233FAD}"/>
                </a:ext>
              </a:extLst>
            </p:cNvPr>
            <p:cNvSpPr>
              <a:spLocks/>
            </p:cNvSpPr>
            <p:nvPr/>
          </p:nvSpPr>
          <p:spPr>
            <a:xfrm>
              <a:off x="4197129" y="1735993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3AB5137-41A4-92D9-7709-CBACFB59F3FF}"/>
                </a:ext>
              </a:extLst>
            </p:cNvPr>
            <p:cNvSpPr>
              <a:spLocks/>
            </p:cNvSpPr>
            <p:nvPr/>
          </p:nvSpPr>
          <p:spPr>
            <a:xfrm>
              <a:off x="5952683" y="3155915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8F7EE3F-0556-83B2-9D61-E939E3ACB9C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47261" y="2536757"/>
                  <a:ext cx="1005887" cy="2835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1.484 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Å</m:t>
                        </m:r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8F7EE3F-0556-83B2-9D61-E939E3ACB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7261" y="2536757"/>
                  <a:ext cx="1005887" cy="28350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9BBEEB5-ACEE-A784-0DFF-E9EC93EE84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032827" y="2481544"/>
                  <a:ext cx="1005887" cy="2835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1.455 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Å</m:t>
                        </m:r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9BBEEB5-ACEE-A784-0DFF-E9EC93EE8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2827" y="2481544"/>
                  <a:ext cx="1005887" cy="28350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CF7DD42-5A6C-2283-9C82-033F1FDF809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175413" y="2932664"/>
                  <a:ext cx="1005887" cy="2726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104.4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∘</m:t>
                            </m:r>
                          </m:sup>
                        </m:sSup>
                      </m:oMath>
                    </m:oMathPara>
                  </a14:m>
                  <a:endParaRPr lang="en-GB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CF7DD42-5A6C-2283-9C82-033F1FDF80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5413" y="2932664"/>
                  <a:ext cx="1005887" cy="272671"/>
                </a:xfrm>
                <a:prstGeom prst="rect">
                  <a:avLst/>
                </a:prstGeom>
                <a:blipFill>
                  <a:blip r:embed="rId4"/>
                  <a:stretch>
                    <a:fillRect b="-12308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F22A643-DE8D-84E7-00F6-97D6EBB88D71}"/>
              </a:ext>
            </a:extLst>
          </p:cNvPr>
          <p:cNvSpPr txBox="1"/>
          <p:nvPr/>
        </p:nvSpPr>
        <p:spPr>
          <a:xfrm>
            <a:off x="764373" y="6827017"/>
            <a:ext cx="608371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Motivation: Why HPO?</a:t>
            </a:r>
            <a:endParaRPr lang="en-GB" sz="4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0F710E-D540-FE2D-7C79-4F9730D2F883}"/>
              </a:ext>
            </a:extLst>
          </p:cNvPr>
          <p:cNvGrpSpPr/>
          <p:nvPr/>
        </p:nvGrpSpPr>
        <p:grpSpPr>
          <a:xfrm>
            <a:off x="1545067" y="17984890"/>
            <a:ext cx="4662417" cy="4886198"/>
            <a:chOff x="3599376" y="899191"/>
            <a:chExt cx="5178253" cy="5426792"/>
          </a:xfrm>
        </p:grpSpPr>
        <p:sp>
          <p:nvSpPr>
            <p:cNvPr id="4" name="Arc 3">
              <a:extLst>
                <a:ext uri="{FF2B5EF4-FFF2-40B4-BE49-F238E27FC236}">
                  <a16:creationId xmlns:a16="http://schemas.microsoft.com/office/drawing/2014/main" id="{DE6AA79A-E6CC-1DF4-ED15-B14D00BDB2EC}"/>
                </a:ext>
              </a:extLst>
            </p:cNvPr>
            <p:cNvSpPr/>
            <p:nvPr/>
          </p:nvSpPr>
          <p:spPr>
            <a:xfrm rot="5144585">
              <a:off x="3582434" y="1481558"/>
              <a:ext cx="2457356" cy="2423472"/>
            </a:xfrm>
            <a:prstGeom prst="arc">
              <a:avLst>
                <a:gd name="adj1" fmla="val 15496379"/>
                <a:gd name="adj2" fmla="val 21546438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09E57A-F4D5-9271-7F21-3AC1588A9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37969" y="1686675"/>
              <a:ext cx="3099643" cy="101047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58A5169-A45A-164A-5DCC-4AB634FAE73B}"/>
                </a:ext>
              </a:extLst>
            </p:cNvPr>
            <p:cNvSpPr/>
            <p:nvPr/>
          </p:nvSpPr>
          <p:spPr>
            <a:xfrm>
              <a:off x="7297596" y="899191"/>
              <a:ext cx="1480033" cy="1574968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DCBAC77-6273-4FD5-0C3E-F19AF89FBC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31455" y="2697154"/>
              <a:ext cx="6514" cy="292640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EF34A64-51C9-1619-8B8C-9BAA844CE6C4}"/>
                </a:ext>
              </a:extLst>
            </p:cNvPr>
            <p:cNvSpPr/>
            <p:nvPr/>
          </p:nvSpPr>
          <p:spPr>
            <a:xfrm>
              <a:off x="4191440" y="1909671"/>
              <a:ext cx="1480033" cy="1574968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92577A6-3793-7A60-5629-8EBE3BBF3099}"/>
                </a:ext>
              </a:extLst>
            </p:cNvPr>
            <p:cNvSpPr/>
            <p:nvPr/>
          </p:nvSpPr>
          <p:spPr>
            <a:xfrm>
              <a:off x="4191439" y="4751015"/>
              <a:ext cx="1480033" cy="1574968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4F25F76-B735-47B9-17AD-912F38C1E201}"/>
                    </a:ext>
                  </a:extLst>
                </p:cNvPr>
                <p:cNvSpPr txBox="1"/>
                <p:nvPr/>
              </p:nvSpPr>
              <p:spPr>
                <a:xfrm>
                  <a:off x="3728498" y="3670814"/>
                  <a:ext cx="170308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4F25F76-B735-47B9-17AD-912F38C1E2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8498" y="3670814"/>
                  <a:ext cx="1703087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96DAD34-B892-A690-B0F9-2D4BB9060B75}"/>
                    </a:ext>
                  </a:extLst>
                </p:cNvPr>
                <p:cNvSpPr txBox="1"/>
                <p:nvPr/>
              </p:nvSpPr>
              <p:spPr>
                <a:xfrm>
                  <a:off x="5449922" y="1500500"/>
                  <a:ext cx="170308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96DAD34-B892-A690-B0F9-2D4BB9060B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9922" y="1500500"/>
                  <a:ext cx="1703087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040BF02-FA75-C7E9-C4F3-F7704E26E427}"/>
                    </a:ext>
                  </a:extLst>
                </p:cNvPr>
                <p:cNvSpPr txBox="1"/>
                <p:nvPr/>
              </p:nvSpPr>
              <p:spPr>
                <a:xfrm>
                  <a:off x="5186681" y="3192580"/>
                  <a:ext cx="170308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oMath>
                    </m:oMathPara>
                  </a14:m>
                  <a:endParaRPr lang="en-GB" sz="3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040BF02-FA75-C7E9-C4F3-F7704E26E4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6681" y="3192580"/>
                  <a:ext cx="1703087" cy="58477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E4FD398-420B-9178-32F9-2E931CDD7D21}"/>
                </a:ext>
              </a:extLst>
            </p:cNvPr>
            <p:cNvGrpSpPr/>
            <p:nvPr/>
          </p:nvGrpSpPr>
          <p:grpSpPr>
            <a:xfrm>
              <a:off x="6748363" y="3746943"/>
              <a:ext cx="990759" cy="1022926"/>
              <a:chOff x="6595459" y="3777355"/>
              <a:chExt cx="990759" cy="1022926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3AA39738-F57F-2D51-1B3A-E4155C7614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1809" y="3777355"/>
                <a:ext cx="0" cy="1022926"/>
              </a:xfrm>
              <a:prstGeom prst="line">
                <a:avLst/>
              </a:prstGeom>
              <a:ln w="28575">
                <a:head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F1488C26-D6B8-EE86-E3C3-34E8BF410A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5459" y="4793931"/>
                <a:ext cx="990759" cy="0"/>
              </a:xfrm>
              <a:prstGeom prst="line">
                <a:avLst/>
              </a:prstGeom>
              <a:ln w="28575">
                <a:head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D11D703-A88D-45F2-1B23-A16BABC1579C}"/>
                    </a:ext>
                  </a:extLst>
                </p:cNvPr>
                <p:cNvSpPr txBox="1"/>
                <p:nvPr/>
              </p:nvSpPr>
              <p:spPr>
                <a:xfrm>
                  <a:off x="6748139" y="3523948"/>
                  <a:ext cx="687958" cy="5803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D11D703-A88D-45F2-1B23-A16BABC157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8139" y="3523948"/>
                  <a:ext cx="687958" cy="58034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3EE5CC4-6E3B-FD2D-7D7B-29AA66F948DA}"/>
                    </a:ext>
                  </a:extLst>
                </p:cNvPr>
                <p:cNvSpPr txBox="1"/>
                <p:nvPr/>
              </p:nvSpPr>
              <p:spPr>
                <a:xfrm>
                  <a:off x="7488216" y="4612321"/>
                  <a:ext cx="687958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3EE5CC4-6E3B-FD2D-7D7B-29AA66F948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88216" y="4612321"/>
                  <a:ext cx="687958" cy="58477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70EDD302-18ED-C6AA-9E7D-27967A6ADEE2}"/>
              </a:ext>
            </a:extLst>
          </p:cNvPr>
          <p:cNvGrpSpPr/>
          <p:nvPr/>
        </p:nvGrpSpPr>
        <p:grpSpPr>
          <a:xfrm>
            <a:off x="8110659" y="8841867"/>
            <a:ext cx="7164163" cy="15847007"/>
            <a:chOff x="10860170" y="9150571"/>
            <a:chExt cx="7164163" cy="15847007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9DE9A554-6170-1FB0-5AE6-E7B4A65BB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60170" y="9150571"/>
              <a:ext cx="7000254" cy="5246749"/>
            </a:xfrm>
            <a:prstGeom prst="rect">
              <a:avLst/>
            </a:prstGeom>
          </p:spPr>
        </p:pic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EE9BC05F-B7E3-CA11-DC00-15C950FA7D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60170" y="14397320"/>
              <a:ext cx="7164163" cy="5309131"/>
            </a:xfrm>
            <a:prstGeom prst="rect">
              <a:avLst/>
            </a:prstGeom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794851A6-82D4-39F5-1845-5DDF13F7AA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60170" y="19808636"/>
              <a:ext cx="7000254" cy="5188942"/>
            </a:xfrm>
            <a:prstGeom prst="rect">
              <a:avLst/>
            </a:prstGeom>
          </p:spPr>
        </p:pic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FAAE2DBF-EC9C-C88B-C9D6-87E5697F5B99}"/>
              </a:ext>
            </a:extLst>
          </p:cNvPr>
          <p:cNvGrpSpPr/>
          <p:nvPr/>
        </p:nvGrpSpPr>
        <p:grpSpPr>
          <a:xfrm>
            <a:off x="15145204" y="8862176"/>
            <a:ext cx="6777654" cy="15834238"/>
            <a:chOff x="16550641" y="7751918"/>
            <a:chExt cx="6777654" cy="15834238"/>
          </a:xfrm>
        </p:grpSpPr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1B28F01E-BDE3-52AD-4093-67C1EF6A1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587985" y="7751918"/>
              <a:ext cx="6649560" cy="5242975"/>
            </a:xfrm>
            <a:prstGeom prst="rect">
              <a:avLst/>
            </a:prstGeom>
          </p:spPr>
        </p:pic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9507A142-E620-ECAA-B88A-B067DBD07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550641" y="18382133"/>
              <a:ext cx="6777654" cy="5204023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B56A29A5-C706-62D4-382F-F23E7EE689F5}"/>
                </a:ext>
              </a:extLst>
            </p:cNvPr>
            <p:cNvGrpSpPr/>
            <p:nvPr/>
          </p:nvGrpSpPr>
          <p:grpSpPr>
            <a:xfrm>
              <a:off x="16550641" y="13040740"/>
              <a:ext cx="6686904" cy="5246749"/>
              <a:chOff x="16550640" y="13040740"/>
              <a:chExt cx="6686904" cy="5246749"/>
            </a:xfrm>
          </p:grpSpPr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C081D37A-3F34-CEE6-7DF1-5F1F3CD99C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71"/>
              <a:stretch>
                <a:fillRect/>
              </a:stretch>
            </p:blipFill>
            <p:spPr>
              <a:xfrm>
                <a:off x="16748759" y="13040740"/>
                <a:ext cx="6488785" cy="5246749"/>
              </a:xfrm>
              <a:prstGeom prst="rect">
                <a:avLst/>
              </a:prstGeom>
            </p:spPr>
          </p:pic>
          <p:pic>
            <p:nvPicPr>
              <p:cNvPr id="108" name="Picture 107">
                <a:extLst>
                  <a:ext uri="{FF2B5EF4-FFF2-40B4-BE49-F238E27FC236}">
                    <a16:creationId xmlns:a16="http://schemas.microsoft.com/office/drawing/2014/main" id="{CFCC7DEF-BBEC-AE27-044B-9962CF9797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63" t="28555" r="93913" b="39203"/>
              <a:stretch>
                <a:fillRect/>
              </a:stretch>
            </p:blipFill>
            <p:spPr>
              <a:xfrm>
                <a:off x="16550640" y="14538961"/>
                <a:ext cx="426719" cy="1691640"/>
              </a:xfrm>
              <a:prstGeom prst="rect">
                <a:avLst/>
              </a:prstGeom>
            </p:spPr>
          </p:pic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02A3799-5903-3234-64B3-B834543B2289}"/>
              </a:ext>
            </a:extLst>
          </p:cNvPr>
          <p:cNvGrpSpPr/>
          <p:nvPr/>
        </p:nvGrpSpPr>
        <p:grpSpPr>
          <a:xfrm>
            <a:off x="21941824" y="8834468"/>
            <a:ext cx="6838565" cy="15820229"/>
            <a:chOff x="22108078" y="7545441"/>
            <a:chExt cx="6838565" cy="15820229"/>
          </a:xfrm>
        </p:grpSpPr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45C465AF-A32D-E5BD-4910-FD76854046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08078" y="7545441"/>
              <a:ext cx="6649560" cy="5191178"/>
            </a:xfrm>
            <a:prstGeom prst="rect">
              <a:avLst/>
            </a:prstGeom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73FE8C4-79D5-CFD5-CD80-AFDDCC5568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73470" y="12852409"/>
              <a:ext cx="6773173" cy="5192950"/>
            </a:xfrm>
            <a:prstGeom prst="rect">
              <a:avLst/>
            </a:prstGeom>
          </p:spPr>
        </p:pic>
        <p:pic>
          <p:nvPicPr>
            <p:cNvPr id="119" name="Picture 118">
              <a:extLst>
                <a:ext uri="{FF2B5EF4-FFF2-40B4-BE49-F238E27FC236}">
                  <a16:creationId xmlns:a16="http://schemas.microsoft.com/office/drawing/2014/main" id="{68896298-5E3F-7709-5EF4-9050D41EF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63999" y="18174590"/>
              <a:ext cx="6677002" cy="5191080"/>
            </a:xfrm>
            <a:prstGeom prst="rect">
              <a:avLst/>
            </a:prstGeom>
          </p:spPr>
        </p:pic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D8407765-B900-8615-E960-4F485E521845}"/>
              </a:ext>
            </a:extLst>
          </p:cNvPr>
          <p:cNvSpPr txBox="1"/>
          <p:nvPr/>
        </p:nvSpPr>
        <p:spPr>
          <a:xfrm>
            <a:off x="641959" y="7877029"/>
            <a:ext cx="661205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HPO appears as a precursor molecule in proposed abiotic mechanisms to form phosphine on Venus. It was predicted to be detectable in the interstellar medium.</a:t>
            </a:r>
          </a:p>
          <a:p>
            <a:pPr algn="just"/>
            <a:endParaRPr lang="en-US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 HPO play a role on lava or rocky exoplanets?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D064F9A-7912-24CD-B39B-22E41FCF37BF}"/>
              </a:ext>
            </a:extLst>
          </p:cNvPr>
          <p:cNvSpPr txBox="1"/>
          <p:nvPr/>
        </p:nvSpPr>
        <p:spPr>
          <a:xfrm>
            <a:off x="783828" y="16831981"/>
            <a:ext cx="66045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We use the internal coordinates and Cartesian axis as presented: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E2A49FD0-0556-0FCA-8AE6-9CC8ACD65A06}"/>
              </a:ext>
            </a:extLst>
          </p:cNvPr>
          <p:cNvSpPr txBox="1"/>
          <p:nvPr/>
        </p:nvSpPr>
        <p:spPr>
          <a:xfrm>
            <a:off x="641958" y="24578797"/>
            <a:ext cx="652567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Produce a rovibrational linelist for HPO (electronic ground state only).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Evaluate potential for HPO detection on exoplanets/planets.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D7009208-CC3F-BADB-A338-3C3DDCD5B86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9473" y="8862176"/>
            <a:ext cx="10982810" cy="7640054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A0746360-9288-5B65-2758-EF1FE2B0E04A}"/>
              </a:ext>
            </a:extLst>
          </p:cNvPr>
          <p:cNvSpPr txBox="1"/>
          <p:nvPr/>
        </p:nvSpPr>
        <p:spPr>
          <a:xfrm>
            <a:off x="8550652" y="6887494"/>
            <a:ext cx="60965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Potential Energy Surface</a:t>
            </a:r>
            <a:endParaRPr lang="en-GB" sz="40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16C16C9-1626-D91A-CF2B-6969A6CEFED9}"/>
              </a:ext>
            </a:extLst>
          </p:cNvPr>
          <p:cNvSpPr txBox="1"/>
          <p:nvPr/>
        </p:nvSpPr>
        <p:spPr>
          <a:xfrm>
            <a:off x="15775123" y="6898051"/>
            <a:ext cx="61109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Dipole Moment Surfaces</a:t>
            </a:r>
            <a:endParaRPr lang="en-GB" sz="40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4EF452A-4DA2-1AB6-CAE4-A54B11573821}"/>
              </a:ext>
            </a:extLst>
          </p:cNvPr>
          <p:cNvSpPr txBox="1"/>
          <p:nvPr/>
        </p:nvSpPr>
        <p:spPr>
          <a:xfrm>
            <a:off x="23742924" y="6869888"/>
            <a:ext cx="33986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Stick Spectra</a:t>
            </a:r>
            <a:endParaRPr lang="en-GB" sz="40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375B841-8EB3-F0F1-A242-4003E08E4EC6}"/>
              </a:ext>
            </a:extLst>
          </p:cNvPr>
          <p:cNvSpPr txBox="1"/>
          <p:nvPr/>
        </p:nvSpPr>
        <p:spPr>
          <a:xfrm>
            <a:off x="7902099" y="24798599"/>
            <a:ext cx="7164163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Fit PES has root-mean-square error of 2 cm</a:t>
            </a:r>
            <a:r>
              <a:rPr lang="en-US" sz="2400" baseline="30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-1</a:t>
            </a: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for energies under 18,000 cm</a:t>
            </a:r>
            <a:r>
              <a:rPr lang="en-US" sz="2400" baseline="30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-1</a:t>
            </a: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US" sz="2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Molecule appears relatively rigid (stiff bending), we can use non-singular methods to perform variational calculations. 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EDD83B0-40A2-0632-433F-9045CB4B273E}"/>
              </a:ext>
            </a:extLst>
          </p:cNvPr>
          <p:cNvSpPr txBox="1"/>
          <p:nvPr/>
        </p:nvSpPr>
        <p:spPr>
          <a:xfrm>
            <a:off x="8550652" y="7762121"/>
            <a:ext cx="60965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7770 </a:t>
            </a:r>
            <a:r>
              <a:rPr lang="en-US" sz="2800" i="1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ab initio </a:t>
            </a:r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points computed with CCSD(T)-F12/cc-pVQZ-F12a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6199BD6-6C8F-8CCB-2FA9-7FDB19CAA5B5}"/>
              </a:ext>
            </a:extLst>
          </p:cNvPr>
          <p:cNvSpPr txBox="1"/>
          <p:nvPr/>
        </p:nvSpPr>
        <p:spPr>
          <a:xfrm>
            <a:off x="15845283" y="7762121"/>
            <a:ext cx="60965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Same grid as the PES computed with CCSD(T)/aug-cc-pV(5+d)Z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24883706-EECC-D3A3-0F66-2BDE6B4405DC}"/>
              </a:ext>
            </a:extLst>
          </p:cNvPr>
          <p:cNvSpPr txBox="1"/>
          <p:nvPr/>
        </p:nvSpPr>
        <p:spPr>
          <a:xfrm>
            <a:off x="22525986" y="7756000"/>
            <a:ext cx="5630585" cy="949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Rotational stick spectra of the fundamental vibrational modes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CD1DF30F-309F-9DC5-B2C9-7211FFA6AE3E}"/>
              </a:ext>
            </a:extLst>
          </p:cNvPr>
          <p:cNvSpPr txBox="1"/>
          <p:nvPr/>
        </p:nvSpPr>
        <p:spPr>
          <a:xfrm>
            <a:off x="30397568" y="6900756"/>
            <a:ext cx="38555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Cross-sections</a:t>
            </a:r>
            <a:endParaRPr lang="en-GB" sz="40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A5254B2-4677-A5F8-4213-BF2F405814E3}"/>
              </a:ext>
            </a:extLst>
          </p:cNvPr>
          <p:cNvSpPr txBox="1"/>
          <p:nvPr/>
        </p:nvSpPr>
        <p:spPr>
          <a:xfrm>
            <a:off x="15306427" y="24798685"/>
            <a:ext cx="6525681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Dipole values calculated oriented with respect to the Cartesian axis given.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US" sz="2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Fitted to a Taylor-series type expansion.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E7F24C27-2DFA-996C-26A7-E7A3E3B7583F}"/>
              </a:ext>
            </a:extLst>
          </p:cNvPr>
          <p:cNvSpPr txBox="1"/>
          <p:nvPr/>
        </p:nvSpPr>
        <p:spPr>
          <a:xfrm>
            <a:off x="22007216" y="24798599"/>
            <a:ext cx="65256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The first and third fundamental modes have been experimentally measured, but not the second, despite intensity seeming higher.</a:t>
            </a:r>
            <a:endParaRPr lang="en-GB" sz="24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829362F-B08F-4FBF-4EF7-5BBF774E6B93}"/>
              </a:ext>
            </a:extLst>
          </p:cNvPr>
          <p:cNvSpPr txBox="1"/>
          <p:nvPr/>
        </p:nvSpPr>
        <p:spPr>
          <a:xfrm>
            <a:off x="829926" y="23608216"/>
            <a:ext cx="13692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Aims</a:t>
            </a:r>
            <a:endParaRPr lang="en-GB" sz="40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21CFE3D-2C64-682F-0F74-CB48C110ED37}"/>
              </a:ext>
            </a:extLst>
          </p:cNvPr>
          <p:cNvSpPr txBox="1"/>
          <p:nvPr/>
        </p:nvSpPr>
        <p:spPr>
          <a:xfrm>
            <a:off x="29278024" y="7746773"/>
            <a:ext cx="1276136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Rovibrational energies and wavefunctions are computed with variational nuclear motion program TROVE, then used to compute stick spectra and cross sections.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EB415472-1A49-1599-EE17-227300B70D7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0507" y="16780718"/>
            <a:ext cx="5336740" cy="3712515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F31CBD7B-4CD3-4D28-1A2D-67E917A010A7}"/>
              </a:ext>
            </a:extLst>
          </p:cNvPr>
          <p:cNvSpPr txBox="1"/>
          <p:nvPr/>
        </p:nvSpPr>
        <p:spPr>
          <a:xfrm>
            <a:off x="29818125" y="17077227"/>
            <a:ext cx="533674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Cross-section plot computed with states up to J=141. </a:t>
            </a:r>
          </a:p>
          <a:p>
            <a:pPr algn="just"/>
            <a:endParaRPr lang="en-US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just"/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Partition function convergence suggests J=120 could be sufficient.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B0659921-B3E1-7BBE-F94D-F1946E6E78D7}"/>
              </a:ext>
            </a:extLst>
          </p:cNvPr>
          <p:cNvSpPr txBox="1"/>
          <p:nvPr/>
        </p:nvSpPr>
        <p:spPr>
          <a:xfrm>
            <a:off x="649488" y="11743615"/>
            <a:ext cx="66045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UCL Sans" panose="020B060402020202020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Equilibrium bond lengths and angles at the electronic ground state:</a:t>
            </a:r>
            <a:endParaRPr lang="en-GB" sz="2800" dirty="0">
              <a:latin typeface="UCL Sans" panose="020B060402020202020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7073"/>
      </p:ext>
    </p:extLst>
  </p:cSld>
  <p:clrMapOvr>
    <a:masterClrMapping/>
  </p:clrMapOvr>
</p:sld>
</file>

<file path=ppt/theme/theme1.xml><?xml version="1.0" encoding="utf-8"?>
<a:theme xmlns:a="http://schemas.openxmlformats.org/drawingml/2006/main" name="1_UCL_Yellow_A0_Portrait_Poster_Theme">
  <a:themeElements>
    <a:clrScheme name="UCL CMYK">
      <a:dk1>
        <a:srgbClr val="000000"/>
      </a:dk1>
      <a:lt1>
        <a:srgbClr val="FAFAFA"/>
      </a:lt1>
      <a:dk2>
        <a:srgbClr val="240E3C"/>
      </a:dk2>
      <a:lt2>
        <a:srgbClr val="9E8CB6"/>
      </a:lt2>
      <a:accent1>
        <a:srgbClr val="8068A0"/>
      </a:accent1>
      <a:accent2>
        <a:srgbClr val="DBD1DE"/>
      </a:accent2>
      <a:accent3>
        <a:srgbClr val="F1EAEF"/>
      </a:accent3>
      <a:accent4>
        <a:srgbClr val="63C3DA"/>
      </a:accent4>
      <a:accent5>
        <a:srgbClr val="8068A0"/>
      </a:accent5>
      <a:accent6>
        <a:srgbClr val="ED367D"/>
      </a:accent6>
      <a:hlink>
        <a:srgbClr val="2F91FA"/>
      </a:hlink>
      <a:folHlink>
        <a:srgbClr val="000000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CL_A0_Portrait_Poster_Master_Template.potx" id="{5B8A0B25-D258-467B-8C36-B5304CDD6BDC}" vid="{330B5DDC-A2F5-4485-A630-08D98E590E04}"/>
    </a:ext>
  </a:extLst>
</a:theme>
</file>

<file path=docMetadata/LabelInfo.xml><?xml version="1.0" encoding="utf-8"?>
<clbl:labelList xmlns:clbl="http://schemas.microsoft.com/office/2020/mipLabelMetadata">
  <clbl:label id="{1faf88fe-a998-4c5b-93c9-210a11d9a5c2}" enabled="0" method="" siteId="{1faf88fe-a998-4c5b-93c9-210a11d9a5c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301</Words>
  <Application>Microsoft Office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Times New Roman</vt:lpstr>
      <vt:lpstr>UCL Sans</vt:lpstr>
      <vt:lpstr>UCL Sans SemiBold</vt:lpstr>
      <vt:lpstr>Arial</vt:lpstr>
      <vt:lpstr>Tahoma</vt:lpstr>
      <vt:lpstr>Cambria Math</vt:lpstr>
      <vt:lpstr>1_UCL_Yellow_A0_Portrait_Poster_Theme</vt:lpstr>
      <vt:lpstr>An Ab Initio Rovibrational Linelist for HPO</vt:lpstr>
    </vt:vector>
  </TitlesOfParts>
  <Company>University College London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UCL A0 Portrait Poster Template</dc:subject>
  <dc:creator>Andaya, Tess</dc:creator>
  <cp:keywords>UCL A0 Portrit Poster</cp:keywords>
  <cp:lastModifiedBy>Ryan Mok</cp:lastModifiedBy>
  <cp:revision>155</cp:revision>
  <dcterms:created xsi:type="dcterms:W3CDTF">2020-10-08T09:46:14Z</dcterms:created>
  <dcterms:modified xsi:type="dcterms:W3CDTF">2026-08-20T18:46:50Z</dcterms:modified>
</cp:coreProperties>
</file>