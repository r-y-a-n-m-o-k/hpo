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sldIdLst>
    <p:sldId id="257" r:id="rId2"/>
  </p:sldIdLst>
  <p:sldSz cx="42803763" cy="30275213"/>
  <p:notesSz cx="6858000" cy="9144000"/>
  <p:embeddedFontLst>
    <p:embeddedFont>
      <p:font typeface="Cambria Math" panose="02040503050406030204" pitchFamily="18" charset="0"/>
      <p:regular r:id="rId3"/>
    </p:embeddedFont>
    <p:embeddedFont>
      <p:font typeface="Tahoma" panose="020B0604030504040204" pitchFamily="34" charset="0"/>
      <p:regular r:id="rId4"/>
      <p:bold r:id="rId5"/>
    </p:embeddedFont>
    <p:embeddedFont>
      <p:font typeface="UCL Sans" panose="020B0604020202020204" charset="0"/>
      <p:regular r:id="rId6"/>
      <p:bold r:id="rId7"/>
      <p:italic r:id="rId8"/>
    </p:embeddedFont>
    <p:embeddedFont>
      <p:font typeface="UCL Sans SemiBold" panose="020B0604020202020204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36" userDrawn="1">
          <p15:clr>
            <a:srgbClr val="A4A3A4"/>
          </p15:clr>
        </p15:guide>
        <p15:guide id="2" pos="134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0E3C"/>
    <a:srgbClr val="FAFAFA"/>
    <a:srgbClr val="9370B0"/>
    <a:srgbClr val="52C152"/>
    <a:srgbClr val="FFCA36"/>
    <a:srgbClr val="FEF9E6"/>
    <a:srgbClr val="000000"/>
    <a:srgbClr val="B5BD00"/>
    <a:srgbClr val="D1D1D2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17B0CF-DC0F-479A-8BD4-09BA188B4891}" v="6" dt="2026-08-17T15:58:34.3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62" autoAdjust="0"/>
    <p:restoredTop sz="94660"/>
  </p:normalViewPr>
  <p:slideViewPr>
    <p:cSldViewPr snapToGrid="0" showGuides="1">
      <p:cViewPr>
        <p:scale>
          <a:sx n="17" d="100"/>
          <a:sy n="17" d="100"/>
        </p:scale>
        <p:origin x="924" y="56"/>
      </p:cViewPr>
      <p:guideLst>
        <p:guide orient="horz" pos="9536"/>
        <p:guide pos="134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theme" Target="theme/theme1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Mok" userId="2b5ff9b4bc27d924" providerId="LiveId" clId="{98BDB49B-93C9-4AB7-A5FC-395AE49E91C6}"/>
    <pc:docChg chg="undo custSel delSld modSld delMainMaster">
      <pc:chgData name="Ryan Mok" userId="2b5ff9b4bc27d924" providerId="LiveId" clId="{98BDB49B-93C9-4AB7-A5FC-395AE49E91C6}" dt="2026-08-17T17:37:30.005" v="285" actId="208"/>
      <pc:docMkLst>
        <pc:docMk/>
      </pc:docMkLst>
      <pc:sldChg chg="addSp delSp modSp mod setBg">
        <pc:chgData name="Ryan Mok" userId="2b5ff9b4bc27d924" providerId="LiveId" clId="{98BDB49B-93C9-4AB7-A5FC-395AE49E91C6}" dt="2026-08-17T17:37:30.005" v="285" actId="208"/>
        <pc:sldMkLst>
          <pc:docMk/>
          <pc:sldMk cId="4284697073" sldId="257"/>
        </pc:sldMkLst>
        <pc:spChg chg="mod">
          <ac:chgData name="Ryan Mok" userId="2b5ff9b4bc27d924" providerId="LiveId" clId="{98BDB49B-93C9-4AB7-A5FC-395AE49E91C6}" dt="2026-08-16T00:21:57.819" v="128" actId="14100"/>
          <ac:spMkLst>
            <pc:docMk/>
            <pc:sldMk cId="4284697073" sldId="257"/>
            <ac:spMk id="3" creationId="{D224DBA9-3BCF-2968-5DEF-36775ABF4603}"/>
          </ac:spMkLst>
        </pc:spChg>
        <pc:spChg chg="add del mod">
          <ac:chgData name="Ryan Mok" userId="2b5ff9b4bc27d924" providerId="LiveId" clId="{98BDB49B-93C9-4AB7-A5FC-395AE49E91C6}" dt="2026-08-17T14:31:10.777" v="140" actId="931"/>
          <ac:spMkLst>
            <pc:docMk/>
            <pc:sldMk cId="4284697073" sldId="257"/>
            <ac:spMk id="5" creationId="{02A1B259-8E34-0716-DE3D-F153B9DE671D}"/>
          </ac:spMkLst>
        </pc:spChg>
        <pc:spChg chg="mod">
          <ac:chgData name="Ryan Mok" userId="2b5ff9b4bc27d924" providerId="LiveId" clId="{98BDB49B-93C9-4AB7-A5FC-395AE49E91C6}" dt="2026-08-16T00:21:39.298" v="123"/>
          <ac:spMkLst>
            <pc:docMk/>
            <pc:sldMk cId="4284697073" sldId="257"/>
            <ac:spMk id="5" creationId="{2EAF473D-2721-78EB-286D-5C65F138247A}"/>
          </ac:spMkLst>
        </pc:spChg>
        <pc:spChg chg="mod">
          <ac:chgData name="Ryan Mok" userId="2b5ff9b4bc27d924" providerId="LiveId" clId="{98BDB49B-93C9-4AB7-A5FC-395AE49E91C6}" dt="2026-08-16T00:21:39.298" v="123"/>
          <ac:spMkLst>
            <pc:docMk/>
            <pc:sldMk cId="4284697073" sldId="257"/>
            <ac:spMk id="7" creationId="{3C8F305D-6A2F-EC9A-FBDD-279BAFB0F101}"/>
          </ac:spMkLst>
        </pc:spChg>
        <pc:spChg chg="add mod ord">
          <ac:chgData name="Ryan Mok" userId="2b5ff9b4bc27d924" providerId="LiveId" clId="{98BDB49B-93C9-4AB7-A5FC-395AE49E91C6}" dt="2026-08-17T17:37:30.005" v="285" actId="208"/>
          <ac:spMkLst>
            <pc:docMk/>
            <pc:sldMk cId="4284697073" sldId="257"/>
            <ac:spMk id="8" creationId="{7A734323-8DED-6057-40A5-62D55DC614A9}"/>
          </ac:spMkLst>
        </pc:spChg>
        <pc:spChg chg="mod">
          <ac:chgData name="Ryan Mok" userId="2b5ff9b4bc27d924" providerId="LiveId" clId="{98BDB49B-93C9-4AB7-A5FC-395AE49E91C6}" dt="2026-08-16T00:21:39.298" v="123"/>
          <ac:spMkLst>
            <pc:docMk/>
            <pc:sldMk cId="4284697073" sldId="257"/>
            <ac:spMk id="8" creationId="{C8056347-2A33-4CA4-13EF-D8E62D73CD0D}"/>
          </ac:spMkLst>
        </pc:spChg>
        <pc:spChg chg="mod">
          <ac:chgData name="Ryan Mok" userId="2b5ff9b4bc27d924" providerId="LiveId" clId="{98BDB49B-93C9-4AB7-A5FC-395AE49E91C6}" dt="2026-08-16T00:21:39.298" v="123"/>
          <ac:spMkLst>
            <pc:docMk/>
            <pc:sldMk cId="4284697073" sldId="257"/>
            <ac:spMk id="9" creationId="{40592C98-735C-8DE6-F2A4-E78EE667D165}"/>
          </ac:spMkLst>
        </pc:spChg>
        <pc:spChg chg="add del mod">
          <ac:chgData name="Ryan Mok" userId="2b5ff9b4bc27d924" providerId="LiveId" clId="{98BDB49B-93C9-4AB7-A5FC-395AE49E91C6}" dt="2026-08-17T15:54:42.472" v="179"/>
          <ac:spMkLst>
            <pc:docMk/>
            <pc:sldMk cId="4284697073" sldId="257"/>
            <ac:spMk id="10" creationId="{9B269BF9-C3B3-A2C9-E3BD-277ACB554CFA}"/>
          </ac:spMkLst>
        </pc:spChg>
        <pc:spChg chg="mod">
          <ac:chgData name="Ryan Mok" userId="2b5ff9b4bc27d924" providerId="LiveId" clId="{98BDB49B-93C9-4AB7-A5FC-395AE49E91C6}" dt="2026-08-16T00:21:39.298" v="123"/>
          <ac:spMkLst>
            <pc:docMk/>
            <pc:sldMk cId="4284697073" sldId="257"/>
            <ac:spMk id="10" creationId="{F4B3ABE4-3273-615F-DC47-BFBD578CD85A}"/>
          </ac:spMkLst>
        </pc:spChg>
        <pc:spChg chg="mod">
          <ac:chgData name="Ryan Mok" userId="2b5ff9b4bc27d924" providerId="LiveId" clId="{98BDB49B-93C9-4AB7-A5FC-395AE49E91C6}" dt="2026-08-16T00:21:39.298" v="123"/>
          <ac:spMkLst>
            <pc:docMk/>
            <pc:sldMk cId="4284697073" sldId="257"/>
            <ac:spMk id="11" creationId="{F5F85AD0-A4E7-7114-A4D0-B09FE0DEEB53}"/>
          </ac:spMkLst>
        </pc:spChg>
        <pc:spChg chg="del mod">
          <ac:chgData name="Ryan Mok" userId="2b5ff9b4bc27d924" providerId="LiveId" clId="{98BDB49B-93C9-4AB7-A5FC-395AE49E91C6}" dt="2026-08-16T00:21:43.872" v="125" actId="478"/>
          <ac:spMkLst>
            <pc:docMk/>
            <pc:sldMk cId="4284697073" sldId="257"/>
            <ac:spMk id="14" creationId="{9BFCBC3D-2EFC-CCF0-854D-98879A67B246}"/>
          </ac:spMkLst>
        </pc:spChg>
        <pc:spChg chg="add del mod ord">
          <ac:chgData name="Ryan Mok" userId="2b5ff9b4bc27d924" providerId="LiveId" clId="{98BDB49B-93C9-4AB7-A5FC-395AE49E91C6}" dt="2026-08-17T15:59:07.132" v="269" actId="478"/>
          <ac:spMkLst>
            <pc:docMk/>
            <pc:sldMk cId="4284697073" sldId="257"/>
            <ac:spMk id="14" creationId="{B2ABCC73-8EB5-706F-FD07-A64CE5DE5A62}"/>
          </ac:spMkLst>
        </pc:spChg>
        <pc:spChg chg="del">
          <ac:chgData name="Ryan Mok" userId="2b5ff9b4bc27d924" providerId="LiveId" clId="{98BDB49B-93C9-4AB7-A5FC-395AE49E91C6}" dt="2026-08-17T14:30:15.714" v="135" actId="931"/>
          <ac:spMkLst>
            <pc:docMk/>
            <pc:sldMk cId="4284697073" sldId="257"/>
            <ac:spMk id="19" creationId="{F595DB66-7B4C-C9B6-E479-317A8312D5A7}"/>
          </ac:spMkLst>
        </pc:spChg>
        <pc:spChg chg="del">
          <ac:chgData name="Ryan Mok" userId="2b5ff9b4bc27d924" providerId="LiveId" clId="{98BDB49B-93C9-4AB7-A5FC-395AE49E91C6}" dt="2026-08-17T15:58:01.113" v="251" actId="931"/>
          <ac:spMkLst>
            <pc:docMk/>
            <pc:sldMk cId="4284697073" sldId="257"/>
            <ac:spMk id="20" creationId="{13F20D06-2613-CD61-45CC-1376A7DC7CEA}"/>
          </ac:spMkLst>
        </pc:spChg>
        <pc:spChg chg="mod">
          <ac:chgData name="Ryan Mok" userId="2b5ff9b4bc27d924" providerId="LiveId" clId="{98BDB49B-93C9-4AB7-A5FC-395AE49E91C6}" dt="2026-08-16T00:27:48.832" v="132"/>
          <ac:spMkLst>
            <pc:docMk/>
            <pc:sldMk cId="4284697073" sldId="257"/>
            <ac:spMk id="24" creationId="{B585A51F-CF5B-017C-7401-ACE9EC6E5F97}"/>
          </ac:spMkLst>
        </pc:spChg>
        <pc:spChg chg="mod">
          <ac:chgData name="Ryan Mok" userId="2b5ff9b4bc27d924" providerId="LiveId" clId="{98BDB49B-93C9-4AB7-A5FC-395AE49E91C6}" dt="2026-08-16T00:27:48.832" v="132"/>
          <ac:spMkLst>
            <pc:docMk/>
            <pc:sldMk cId="4284697073" sldId="257"/>
            <ac:spMk id="26" creationId="{4E8F0C31-F325-E517-DF78-7DF30F8975B7}"/>
          </ac:spMkLst>
        </pc:spChg>
        <pc:spChg chg="mod">
          <ac:chgData name="Ryan Mok" userId="2b5ff9b4bc27d924" providerId="LiveId" clId="{98BDB49B-93C9-4AB7-A5FC-395AE49E91C6}" dt="2026-08-16T00:27:48.832" v="132"/>
          <ac:spMkLst>
            <pc:docMk/>
            <pc:sldMk cId="4284697073" sldId="257"/>
            <ac:spMk id="28" creationId="{BDFFD4A4-2CFB-3F78-09F9-63F5C1233FAD}"/>
          </ac:spMkLst>
        </pc:spChg>
        <pc:spChg chg="mod">
          <ac:chgData name="Ryan Mok" userId="2b5ff9b4bc27d924" providerId="LiveId" clId="{98BDB49B-93C9-4AB7-A5FC-395AE49E91C6}" dt="2026-08-16T00:27:48.832" v="132"/>
          <ac:spMkLst>
            <pc:docMk/>
            <pc:sldMk cId="4284697073" sldId="257"/>
            <ac:spMk id="29" creationId="{A3AB5137-41A4-92D9-7709-CBACFB59F3FF}"/>
          </ac:spMkLst>
        </pc:spChg>
        <pc:spChg chg="mod">
          <ac:chgData name="Ryan Mok" userId="2b5ff9b4bc27d924" providerId="LiveId" clId="{98BDB49B-93C9-4AB7-A5FC-395AE49E91C6}" dt="2026-08-16T00:27:48.832" v="132"/>
          <ac:spMkLst>
            <pc:docMk/>
            <pc:sldMk cId="4284697073" sldId="257"/>
            <ac:spMk id="30" creationId="{C8F7EE3F-0556-83B2-9D61-E939E3ACB9C1}"/>
          </ac:spMkLst>
        </pc:spChg>
        <pc:spChg chg="mod">
          <ac:chgData name="Ryan Mok" userId="2b5ff9b4bc27d924" providerId="LiveId" clId="{98BDB49B-93C9-4AB7-A5FC-395AE49E91C6}" dt="2026-08-16T00:27:48.832" v="132"/>
          <ac:spMkLst>
            <pc:docMk/>
            <pc:sldMk cId="4284697073" sldId="257"/>
            <ac:spMk id="31" creationId="{89BBEEB5-ACEE-A784-0DFF-E9EC93EE84D4}"/>
          </ac:spMkLst>
        </pc:spChg>
        <pc:spChg chg="mod">
          <ac:chgData name="Ryan Mok" userId="2b5ff9b4bc27d924" providerId="LiveId" clId="{98BDB49B-93C9-4AB7-A5FC-395AE49E91C6}" dt="2026-08-16T00:27:48.832" v="132"/>
          <ac:spMkLst>
            <pc:docMk/>
            <pc:sldMk cId="4284697073" sldId="257"/>
            <ac:spMk id="32" creationId="{2CF7DD42-5A6C-2283-9C82-033F1FDF8092}"/>
          </ac:spMkLst>
        </pc:spChg>
        <pc:spChg chg="add mod">
          <ac:chgData name="Ryan Mok" userId="2b5ff9b4bc27d924" providerId="LiveId" clId="{98BDB49B-93C9-4AB7-A5FC-395AE49E91C6}" dt="2026-08-17T15:55:27.179" v="231" actId="767"/>
          <ac:spMkLst>
            <pc:docMk/>
            <pc:sldMk cId="4284697073" sldId="257"/>
            <ac:spMk id="33" creationId="{F3451A55-FD32-5524-8E20-DA46787F8C64}"/>
          </ac:spMkLst>
        </pc:spChg>
        <pc:spChg chg="add del mod">
          <ac:chgData name="Ryan Mok" userId="2b5ff9b4bc27d924" providerId="LiveId" clId="{98BDB49B-93C9-4AB7-A5FC-395AE49E91C6}" dt="2026-08-17T15:57:35.997" v="242" actId="931"/>
          <ac:spMkLst>
            <pc:docMk/>
            <pc:sldMk cId="4284697073" sldId="257"/>
            <ac:spMk id="35" creationId="{EA40A50D-ACF8-E988-16F7-DD466DE9D444}"/>
          </ac:spMkLst>
        </pc:spChg>
        <pc:spChg chg="add del mod">
          <ac:chgData name="Ryan Mok" userId="2b5ff9b4bc27d924" providerId="LiveId" clId="{98BDB49B-93C9-4AB7-A5FC-395AE49E91C6}" dt="2026-08-17T15:57:55.342" v="250" actId="478"/>
          <ac:spMkLst>
            <pc:docMk/>
            <pc:sldMk cId="4284697073" sldId="257"/>
            <ac:spMk id="39" creationId="{4127441E-3447-9D9C-98C1-8653E4E416B1}"/>
          </ac:spMkLst>
        </pc:spChg>
        <pc:spChg chg="add del mod">
          <ac:chgData name="Ryan Mok" userId="2b5ff9b4bc27d924" providerId="LiveId" clId="{98BDB49B-93C9-4AB7-A5FC-395AE49E91C6}" dt="2026-08-17T15:58:35.905" v="259"/>
          <ac:spMkLst>
            <pc:docMk/>
            <pc:sldMk cId="4284697073" sldId="257"/>
            <ac:spMk id="42" creationId="{660888A8-753F-9444-FA9B-C98239589C9F}"/>
          </ac:spMkLst>
        </pc:spChg>
        <pc:spChg chg="add del mod">
          <ac:chgData name="Ryan Mok" userId="2b5ff9b4bc27d924" providerId="LiveId" clId="{98BDB49B-93C9-4AB7-A5FC-395AE49E91C6}" dt="2026-08-17T15:58:42.376" v="260" actId="931"/>
          <ac:spMkLst>
            <pc:docMk/>
            <pc:sldMk cId="4284697073" sldId="257"/>
            <ac:spMk id="44" creationId="{37D5DBF0-6006-858B-AFDC-44CEB4860E0E}"/>
          </ac:spMkLst>
        </pc:spChg>
        <pc:grpChg chg="add del mod">
          <ac:chgData name="Ryan Mok" userId="2b5ff9b4bc27d924" providerId="LiveId" clId="{98BDB49B-93C9-4AB7-A5FC-395AE49E91C6}" dt="2026-08-16T00:27:48.013" v="131" actId="478"/>
          <ac:grpSpMkLst>
            <pc:docMk/>
            <pc:sldMk cId="4284697073" sldId="257"/>
            <ac:grpSpMk id="2" creationId="{D7B82626-635E-4CD6-901D-6F24A170A7CB}"/>
          </ac:grpSpMkLst>
        </pc:grpChg>
        <pc:grpChg chg="add mod">
          <ac:chgData name="Ryan Mok" userId="2b5ff9b4bc27d924" providerId="LiveId" clId="{98BDB49B-93C9-4AB7-A5FC-395AE49E91C6}" dt="2026-08-17T15:55:16.750" v="207" actId="1076"/>
          <ac:grpSpMkLst>
            <pc:docMk/>
            <pc:sldMk cId="4284697073" sldId="257"/>
            <ac:grpSpMk id="12" creationId="{9A7236CB-1D08-1C61-8FA2-BA47FB251EB1}"/>
          </ac:grpSpMkLst>
        </pc:grpChg>
        <pc:picChg chg="add del mod ord">
          <ac:chgData name="Ryan Mok" userId="2b5ff9b4bc27d924" providerId="LiveId" clId="{98BDB49B-93C9-4AB7-A5FC-395AE49E91C6}" dt="2026-08-17T14:30:27.592" v="139" actId="478"/>
          <ac:picMkLst>
            <pc:docMk/>
            <pc:sldMk cId="4284697073" sldId="257"/>
            <ac:picMk id="3" creationId="{E039EA0B-9045-2E5F-BE08-F36737C7296C}"/>
          </ac:picMkLst>
        </pc:picChg>
        <pc:picChg chg="add del mod ord">
          <ac:chgData name="Ryan Mok" userId="2b5ff9b4bc27d924" providerId="LiveId" clId="{98BDB49B-93C9-4AB7-A5FC-395AE49E91C6}" dt="2026-08-17T15:57:30.316" v="240" actId="478"/>
          <ac:picMkLst>
            <pc:docMk/>
            <pc:sldMk cId="4284697073" sldId="257"/>
            <ac:picMk id="7" creationId="{2F08CAD1-B461-F24F-2F1D-9A55AB4139DF}"/>
          </ac:picMkLst>
        </pc:picChg>
        <pc:picChg chg="add del mod">
          <ac:chgData name="Ryan Mok" userId="2b5ff9b4bc27d924" providerId="LiveId" clId="{98BDB49B-93C9-4AB7-A5FC-395AE49E91C6}" dt="2026-08-17T15:57:31.719" v="241" actId="478"/>
          <ac:picMkLst>
            <pc:docMk/>
            <pc:sldMk cId="4284697073" sldId="257"/>
            <ac:picMk id="9" creationId="{7D279373-B5C9-A633-2C2F-D4E84FB66E68}"/>
          </ac:picMkLst>
        </pc:picChg>
        <pc:picChg chg="add del mod ord">
          <ac:chgData name="Ryan Mok" userId="2b5ff9b4bc27d924" providerId="LiveId" clId="{98BDB49B-93C9-4AB7-A5FC-395AE49E91C6}" dt="2026-08-17T15:57:49.730" v="249" actId="478"/>
          <ac:picMkLst>
            <pc:docMk/>
            <pc:sldMk cId="4284697073" sldId="257"/>
            <ac:picMk id="37" creationId="{48743B42-37B1-475D-81DD-E5745FBA9E16}"/>
          </ac:picMkLst>
        </pc:picChg>
        <pc:picChg chg="add del mod ord modCrop">
          <ac:chgData name="Ryan Mok" userId="2b5ff9b4bc27d924" providerId="LiveId" clId="{98BDB49B-93C9-4AB7-A5FC-395AE49E91C6}" dt="2026-08-17T15:58:35.905" v="257" actId="478"/>
          <ac:picMkLst>
            <pc:docMk/>
            <pc:sldMk cId="4284697073" sldId="257"/>
            <ac:picMk id="41" creationId="{7FE9D0B4-2C12-E89C-26E9-1B8139D275C1}"/>
          </ac:picMkLst>
        </pc:picChg>
        <pc:picChg chg="add mod ord">
          <ac:chgData name="Ryan Mok" userId="2b5ff9b4bc27d924" providerId="LiveId" clId="{98BDB49B-93C9-4AB7-A5FC-395AE49E91C6}" dt="2026-08-17T16:02:47.222" v="282" actId="1076"/>
          <ac:picMkLst>
            <pc:docMk/>
            <pc:sldMk cId="4284697073" sldId="257"/>
            <ac:picMk id="46" creationId="{648DE49E-2738-9E11-8AA2-69CDCF99E6F5}"/>
          </ac:picMkLst>
        </pc:picChg>
        <pc:cxnChg chg="mod">
          <ac:chgData name="Ryan Mok" userId="2b5ff9b4bc27d924" providerId="LiveId" clId="{98BDB49B-93C9-4AB7-A5FC-395AE49E91C6}" dt="2026-08-16T00:21:39.298" v="123"/>
          <ac:cxnSpMkLst>
            <pc:docMk/>
            <pc:sldMk cId="4284697073" sldId="257"/>
            <ac:cxnSpMk id="4" creationId="{0E4E6E85-0FE5-BCDC-AB08-47B65F5F2086}"/>
          </ac:cxnSpMkLst>
        </pc:cxnChg>
        <pc:cxnChg chg="mod">
          <ac:chgData name="Ryan Mok" userId="2b5ff9b4bc27d924" providerId="LiveId" clId="{98BDB49B-93C9-4AB7-A5FC-395AE49E91C6}" dt="2026-08-16T00:21:39.298" v="123"/>
          <ac:cxnSpMkLst>
            <pc:docMk/>
            <pc:sldMk cId="4284697073" sldId="257"/>
            <ac:cxnSpMk id="6" creationId="{018538C0-DFBB-0936-2169-6BFF73C591F3}"/>
          </ac:cxnSpMkLst>
        </pc:cxnChg>
        <pc:cxnChg chg="mod">
          <ac:chgData name="Ryan Mok" userId="2b5ff9b4bc27d924" providerId="LiveId" clId="{98BDB49B-93C9-4AB7-A5FC-395AE49E91C6}" dt="2026-08-16T00:27:48.832" v="132"/>
          <ac:cxnSpMkLst>
            <pc:docMk/>
            <pc:sldMk cId="4284697073" sldId="257"/>
            <ac:cxnSpMk id="25" creationId="{1BDE498B-0EBE-96E0-34F8-D8769226A488}"/>
          </ac:cxnSpMkLst>
        </pc:cxnChg>
        <pc:cxnChg chg="mod">
          <ac:chgData name="Ryan Mok" userId="2b5ff9b4bc27d924" providerId="LiveId" clId="{98BDB49B-93C9-4AB7-A5FC-395AE49E91C6}" dt="2026-08-16T00:27:48.832" v="132"/>
          <ac:cxnSpMkLst>
            <pc:docMk/>
            <pc:sldMk cId="4284697073" sldId="257"/>
            <ac:cxnSpMk id="27" creationId="{A23FE6D0-FA4A-FAF0-11FE-2D6EDAF52C05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2 column guid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 descr="Poster title"/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5" name="Text Placeholder 4" descr="Authors"/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29" name="Text Placeholder 28"/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8" name="Text Placeholder 4" descr="Authors">
            <a:extLst>
              <a:ext uri="{FF2B5EF4-FFF2-40B4-BE49-F238E27FC236}">
                <a16:creationId xmlns:a16="http://schemas.microsoft.com/office/drawing/2014/main" id="{154E7EC7-9A76-F946-71DE-4EF5B46C0B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</p:spTree>
    <p:extLst>
      <p:ext uri="{BB962C8B-B14F-4D97-AF65-F5344CB8AC3E}">
        <p14:creationId xmlns:p14="http://schemas.microsoft.com/office/powerpoint/2010/main" val="8111096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7">
            <a:extLst>
              <a:ext uri="{FF2B5EF4-FFF2-40B4-BE49-F238E27FC236}">
                <a16:creationId xmlns:a16="http://schemas.microsoft.com/office/drawing/2014/main" id="{DCC4DC64-9091-DD51-986A-D23FA29050A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455738" y="16794686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4" name="Title 2" descr="Poster title">
            <a:extLst>
              <a:ext uri="{FF2B5EF4-FFF2-40B4-BE49-F238E27FC236}">
                <a16:creationId xmlns:a16="http://schemas.microsoft.com/office/drawing/2014/main" id="{D34BA167-D069-6F9D-C743-20BB830828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15" name="Text Placeholder 4" descr="Authors">
            <a:extLst>
              <a:ext uri="{FF2B5EF4-FFF2-40B4-BE49-F238E27FC236}">
                <a16:creationId xmlns:a16="http://schemas.microsoft.com/office/drawing/2014/main" id="{CC3D0CAF-2A09-7460-2A49-386EC1EE72C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511AAE68-CD1C-181C-561A-37FE098FDDF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1716F857-D62B-B915-DEFA-087C26DA1C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18" name="Text Placeholder 4" descr="Authors">
            <a:extLst>
              <a:ext uri="{FF2B5EF4-FFF2-40B4-BE49-F238E27FC236}">
                <a16:creationId xmlns:a16="http://schemas.microsoft.com/office/drawing/2014/main" id="{1EB64D78-0D90-62E2-6610-27C9FDDA270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0" hasCustomPrompt="1"/>
          </p:nvPr>
        </p:nvSpPr>
        <p:spPr>
          <a:xfrm>
            <a:off x="1455738" y="6461125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1" name="Content Placeholder 7">
            <a:extLst>
              <a:ext uri="{FF2B5EF4-FFF2-40B4-BE49-F238E27FC236}">
                <a16:creationId xmlns:a16="http://schemas.microsoft.com/office/drawing/2014/main" id="{6EAD142D-050F-AEEA-F86D-D271601D1DB5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4992451" y="6461125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B95A5A2D-CED0-E6AA-7782-C92452C30851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8385722" y="6461125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CEC80A7F-7DF5-8CBD-1F35-58951A5E3B08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4992451" y="16794686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6" name="Content Placeholder 7">
            <a:extLst>
              <a:ext uri="{FF2B5EF4-FFF2-40B4-BE49-F238E27FC236}">
                <a16:creationId xmlns:a16="http://schemas.microsoft.com/office/drawing/2014/main" id="{7C8B80A8-4D7D-FB1D-4451-94E54060AF45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28385722" y="16794686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39019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2 columns with 4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7">
            <a:extLst>
              <a:ext uri="{FF2B5EF4-FFF2-40B4-BE49-F238E27FC236}">
                <a16:creationId xmlns:a16="http://schemas.microsoft.com/office/drawing/2014/main" id="{24C032DB-2657-3583-4984-68F5177BFE4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55738" y="6461125"/>
            <a:ext cx="13069787" cy="2019776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2" name="Title 2" descr="Poster title">
            <a:extLst>
              <a:ext uri="{FF2B5EF4-FFF2-40B4-BE49-F238E27FC236}">
                <a16:creationId xmlns:a16="http://schemas.microsoft.com/office/drawing/2014/main" id="{BA707C6E-AA9D-BDD6-123A-BFDFBCD20C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15" name="Text Placeholder 4" descr="Authors">
            <a:extLst>
              <a:ext uri="{FF2B5EF4-FFF2-40B4-BE49-F238E27FC236}">
                <a16:creationId xmlns:a16="http://schemas.microsoft.com/office/drawing/2014/main" id="{B4B84AD6-875D-B718-CD8D-9928BE1EDBB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CB06403D-60DB-5569-0606-4152676DFEB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19" name="Text Placeholder 28">
            <a:extLst>
              <a:ext uri="{FF2B5EF4-FFF2-40B4-BE49-F238E27FC236}">
                <a16:creationId xmlns:a16="http://schemas.microsoft.com/office/drawing/2014/main" id="{3BEE4633-7CFC-0C87-EC5B-096D2E807E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21" name="Text Placeholder 4" descr="Authors">
            <a:extLst>
              <a:ext uri="{FF2B5EF4-FFF2-40B4-BE49-F238E27FC236}">
                <a16:creationId xmlns:a16="http://schemas.microsoft.com/office/drawing/2014/main" id="{E6B46423-7128-7482-3F73-2DD2B354DB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0346E2EE-7354-277F-2C69-2EF10AF75CA6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4992452" y="6461125"/>
            <a:ext cx="12853786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6" name="Content Placeholder 7">
            <a:extLst>
              <a:ext uri="{FF2B5EF4-FFF2-40B4-BE49-F238E27FC236}">
                <a16:creationId xmlns:a16="http://schemas.microsoft.com/office/drawing/2014/main" id="{9EF11726-B8CB-D992-D79E-12163F8BE54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8278237" y="6461126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7" name="Content Placeholder 7">
            <a:extLst>
              <a:ext uri="{FF2B5EF4-FFF2-40B4-BE49-F238E27FC236}">
                <a16:creationId xmlns:a16="http://schemas.microsoft.com/office/drawing/2014/main" id="{950B45B4-D7E1-F5B0-8098-B25E2D9FE73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4992452" y="16794263"/>
            <a:ext cx="12853786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9" name="Content Placeholder 7">
            <a:extLst>
              <a:ext uri="{FF2B5EF4-FFF2-40B4-BE49-F238E27FC236}">
                <a16:creationId xmlns:a16="http://schemas.microsoft.com/office/drawing/2014/main" id="{B5E37BB1-6B5E-30BA-8B27-7009FA273DF2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28278237" y="13467359"/>
            <a:ext cx="13104714" cy="624294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CC4582D-CC8B-3378-8E81-B22A36EC1900}"/>
              </a:ext>
            </a:extLst>
          </p:cNvPr>
          <p:cNvSpPr>
            <a:spLocks noChangeAspect="1"/>
          </p:cNvSpPr>
          <p:nvPr userDrawn="1"/>
        </p:nvSpPr>
        <p:spPr>
          <a:xfrm>
            <a:off x="44457837" y="24683816"/>
            <a:ext cx="432000" cy="43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7">
            <a:extLst>
              <a:ext uri="{FF2B5EF4-FFF2-40B4-BE49-F238E27FC236}">
                <a16:creationId xmlns:a16="http://schemas.microsoft.com/office/drawing/2014/main" id="{126E1B9A-BAC4-2FB9-3E33-FC2A92BBFD71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28278237" y="20142301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80075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0 Portrait Poster - 2 columns with 4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 descr="Poster title">
            <a:extLst>
              <a:ext uri="{FF2B5EF4-FFF2-40B4-BE49-F238E27FC236}">
                <a16:creationId xmlns:a16="http://schemas.microsoft.com/office/drawing/2014/main" id="{E276614B-1535-6B9F-7F6D-E024D4270E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12" name="Text Placeholder 4" descr="Authors">
            <a:extLst>
              <a:ext uri="{FF2B5EF4-FFF2-40B4-BE49-F238E27FC236}">
                <a16:creationId xmlns:a16="http://schemas.microsoft.com/office/drawing/2014/main" id="{D5B1630E-DC38-8945-415E-ADEF6F1BD5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15" name="Text Placeholder 26">
            <a:extLst>
              <a:ext uri="{FF2B5EF4-FFF2-40B4-BE49-F238E27FC236}">
                <a16:creationId xmlns:a16="http://schemas.microsoft.com/office/drawing/2014/main" id="{93CC985E-6533-60ED-75BB-41F8B1128C0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A66E9A93-2B05-0094-ACBC-748C443B13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18" name="Text Placeholder 4" descr="Authors">
            <a:extLst>
              <a:ext uri="{FF2B5EF4-FFF2-40B4-BE49-F238E27FC236}">
                <a16:creationId xmlns:a16="http://schemas.microsoft.com/office/drawing/2014/main" id="{13DFE7D4-DB0B-7A35-BF4D-0329BE0451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89554296-707F-F64B-41C4-46640E83D6F4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4992452" y="6461125"/>
            <a:ext cx="12853786" cy="1324917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0" name="Content Placeholder 7">
            <a:extLst>
              <a:ext uri="{FF2B5EF4-FFF2-40B4-BE49-F238E27FC236}">
                <a16:creationId xmlns:a16="http://schemas.microsoft.com/office/drawing/2014/main" id="{482447DE-9149-5F2C-3B45-0D0CFCBC8F9B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8278237" y="6461126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1" name="Content Placeholder 7">
            <a:extLst>
              <a:ext uri="{FF2B5EF4-FFF2-40B4-BE49-F238E27FC236}">
                <a16:creationId xmlns:a16="http://schemas.microsoft.com/office/drawing/2014/main" id="{A070046B-4FB0-1288-8022-A35244276A8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28278237" y="13467359"/>
            <a:ext cx="13104714" cy="624294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2" name="Content Placeholder 7">
            <a:extLst>
              <a:ext uri="{FF2B5EF4-FFF2-40B4-BE49-F238E27FC236}">
                <a16:creationId xmlns:a16="http://schemas.microsoft.com/office/drawing/2014/main" id="{D57997EF-EF96-EEA6-5B36-D78F44E35729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448522" y="6461126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A5CAFCB6-52AD-3CEA-4BE3-3B72B8FABE1E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1448522" y="13467359"/>
            <a:ext cx="13104714" cy="624294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30AC499E-3515-F316-6329-65ED7E3DA2DE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28278237" y="20142301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6" name="Content Placeholder 7">
            <a:extLst>
              <a:ext uri="{FF2B5EF4-FFF2-40B4-BE49-F238E27FC236}">
                <a16:creationId xmlns:a16="http://schemas.microsoft.com/office/drawing/2014/main" id="{650EC3A2-BAD9-8FE9-842C-A4DC19E0DEE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1448522" y="20142301"/>
            <a:ext cx="26397716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60615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 userDrawn="1"/>
        </p:nvSpPr>
        <p:spPr>
          <a:xfrm>
            <a:off x="1523658" y="25846721"/>
            <a:ext cx="39800056" cy="22524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5" name="Title 2" descr="Poster title">
            <a:extLst>
              <a:ext uri="{FF2B5EF4-FFF2-40B4-BE49-F238E27FC236}">
                <a16:creationId xmlns:a16="http://schemas.microsoft.com/office/drawing/2014/main" id="{FE52C7D5-BCBB-A059-27DE-6DF5B9194A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7" name="Text Placeholder 4" descr="Authors">
            <a:extLst>
              <a:ext uri="{FF2B5EF4-FFF2-40B4-BE49-F238E27FC236}">
                <a16:creationId xmlns:a16="http://schemas.microsoft.com/office/drawing/2014/main" id="{FBB0A1E1-DBE8-E4FA-8ED5-2611765820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9B862F6A-BE5E-B0A9-2C35-C9AF2E21A2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9007D108-B1D0-D16F-5158-0AECA4D4A2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14" name="Text Placeholder 4" descr="Authors">
            <a:extLst>
              <a:ext uri="{FF2B5EF4-FFF2-40B4-BE49-F238E27FC236}">
                <a16:creationId xmlns:a16="http://schemas.microsoft.com/office/drawing/2014/main" id="{FDBF5D5D-F0B5-0B63-2183-E28C51AA1F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256CD94A-BF0A-8BD8-2610-4B3F840B4C1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1618675" y="6461126"/>
            <a:ext cx="19764275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4226652C-3D09-DF7B-2BB5-77981FF81FBA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31591350" y="13409713"/>
            <a:ext cx="9791600" cy="13249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1" name="Content Placeholder 7">
            <a:extLst>
              <a:ext uri="{FF2B5EF4-FFF2-40B4-BE49-F238E27FC236}">
                <a16:creationId xmlns:a16="http://schemas.microsoft.com/office/drawing/2014/main" id="{F51E3C16-F27D-1F89-53E6-5B75DAD525E9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21618674" y="13409713"/>
            <a:ext cx="9596611" cy="13249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2" name="Content Placeholder 7">
            <a:extLst>
              <a:ext uri="{FF2B5EF4-FFF2-40B4-BE49-F238E27FC236}">
                <a16:creationId xmlns:a16="http://schemas.microsoft.com/office/drawing/2014/main" id="{229497F8-2CF2-5486-508D-07278C11516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1499346" y="20142300"/>
            <a:ext cx="9711482" cy="65165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6" name="Content Placeholder 7">
            <a:extLst>
              <a:ext uri="{FF2B5EF4-FFF2-40B4-BE49-F238E27FC236}">
                <a16:creationId xmlns:a16="http://schemas.microsoft.com/office/drawing/2014/main" id="{9F33828F-8FB1-9C9E-4C28-4DEF2873A75C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11644413" y="20142300"/>
            <a:ext cx="9540676" cy="65165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7" name="Content Placeholder 7">
            <a:extLst>
              <a:ext uri="{FF2B5EF4-FFF2-40B4-BE49-F238E27FC236}">
                <a16:creationId xmlns:a16="http://schemas.microsoft.com/office/drawing/2014/main" id="{023540C2-B964-FEB5-19C7-FB38CC145FF6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1499346" y="6461126"/>
            <a:ext cx="19685742" cy="132491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26056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5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 userDrawn="1"/>
        </p:nvSpPr>
        <p:spPr>
          <a:xfrm>
            <a:off x="21946874" y="25846721"/>
            <a:ext cx="19330668" cy="22524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E66E01E-9029-36D5-B32A-05273F37B98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455737" y="6461125"/>
            <a:ext cx="39892287" cy="6732588"/>
          </a:xfrm>
          <a:prstGeom prst="rect">
            <a:avLst/>
          </a:prstGeom>
          <a:solidFill>
            <a:schemeClr val="accent3"/>
          </a:solidFill>
        </p:spPr>
        <p:txBody>
          <a:bodyPr/>
          <a:lstStyle>
            <a:lvl1pPr marL="0" indent="0">
              <a:buNone/>
              <a:defRPr sz="3600" baseline="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Click here to add text or choose graphic icon below</a:t>
            </a:r>
          </a:p>
        </p:txBody>
      </p:sp>
      <p:sp>
        <p:nvSpPr>
          <p:cNvPr id="2" name="Title 2" descr="Poster title">
            <a:extLst>
              <a:ext uri="{FF2B5EF4-FFF2-40B4-BE49-F238E27FC236}">
                <a16:creationId xmlns:a16="http://schemas.microsoft.com/office/drawing/2014/main" id="{336ABE73-06C3-21EC-AFB8-6562871099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3" name="Text Placeholder 4" descr="Authors">
            <a:extLst>
              <a:ext uri="{FF2B5EF4-FFF2-40B4-BE49-F238E27FC236}">
                <a16:creationId xmlns:a16="http://schemas.microsoft.com/office/drawing/2014/main" id="{99254583-9AF0-5A68-A679-E571F91E28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2BD500EC-B318-C25A-CC6E-1E1D2B9F8B2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DD8B3662-AAE7-E730-53E7-1AC9780E45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8" name="Text Placeholder 4" descr="Authors">
            <a:extLst>
              <a:ext uri="{FF2B5EF4-FFF2-40B4-BE49-F238E27FC236}">
                <a16:creationId xmlns:a16="http://schemas.microsoft.com/office/drawing/2014/main" id="{B7BE58E4-A314-BE47-4D81-BD0E1CBDE5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07EA5419-B0E7-B01A-D692-723A43244EDC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1526221" y="13625713"/>
            <a:ext cx="19658867" cy="13033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9D1027F9-68E0-8EAA-845F-F16B0B2E9EDB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31591350" y="13625713"/>
            <a:ext cx="9791600" cy="13033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0" name="Content Placeholder 7">
            <a:extLst>
              <a:ext uri="{FF2B5EF4-FFF2-40B4-BE49-F238E27FC236}">
                <a16:creationId xmlns:a16="http://schemas.microsoft.com/office/drawing/2014/main" id="{94988F48-9926-4A15-4BEB-5A1D2AB95092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21618675" y="13625713"/>
            <a:ext cx="9540676" cy="13033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57735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0 Portrait Poster -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0" hasCustomPrompt="1"/>
          </p:nvPr>
        </p:nvSpPr>
        <p:spPr>
          <a:xfrm>
            <a:off x="1455739" y="6461125"/>
            <a:ext cx="13069786" cy="2016724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1155E0EB-7A13-4FEF-E8F5-652A445AD3D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78357" y="28099319"/>
            <a:ext cx="18815160" cy="12731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9" name="Text Placeholder 28">
            <a:extLst>
              <a:ext uri="{FF2B5EF4-FFF2-40B4-BE49-F238E27FC236}">
                <a16:creationId xmlns:a16="http://schemas.microsoft.com/office/drawing/2014/main" id="{93979406-CC48-81D1-58AA-29196C52AF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10248" y="28099319"/>
            <a:ext cx="18835363" cy="12731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11A23ADC-E0CE-48CA-5259-5A98B5D94E3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4957525" y="6461125"/>
            <a:ext cx="12888713" cy="2016724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6D91ABA7-7336-C15D-62C5-AF4783831A5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8278239" y="6461125"/>
            <a:ext cx="13069788" cy="2016724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" name="Title 2" descr="Poster title">
            <a:extLst>
              <a:ext uri="{FF2B5EF4-FFF2-40B4-BE49-F238E27FC236}">
                <a16:creationId xmlns:a16="http://schemas.microsoft.com/office/drawing/2014/main" id="{6E1D1B85-9DE6-9248-856B-E62E162040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4" name="Text Placeholder 4" descr="Authors">
            <a:extLst>
              <a:ext uri="{FF2B5EF4-FFF2-40B4-BE49-F238E27FC236}">
                <a16:creationId xmlns:a16="http://schemas.microsoft.com/office/drawing/2014/main" id="{43141438-2303-98C3-F316-242844150EF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6" name="Text Placeholder 4" descr="Authors">
            <a:extLst>
              <a:ext uri="{FF2B5EF4-FFF2-40B4-BE49-F238E27FC236}">
                <a16:creationId xmlns:a16="http://schemas.microsoft.com/office/drawing/2014/main" id="{BDE41DA2-9DEF-E117-8A8D-53D55B327B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</p:spTree>
    <p:extLst>
      <p:ext uri="{BB962C8B-B14F-4D97-AF65-F5344CB8AC3E}">
        <p14:creationId xmlns:p14="http://schemas.microsoft.com/office/powerpoint/2010/main" val="510518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3C4532-9CA1-0E74-8B8E-AF175DB2F236}"/>
              </a:ext>
            </a:extLst>
          </p:cNvPr>
          <p:cNvSpPr/>
          <p:nvPr userDrawn="1"/>
        </p:nvSpPr>
        <p:spPr>
          <a:xfrm>
            <a:off x="1" y="0"/>
            <a:ext cx="42803763" cy="577691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91C394-423D-DBAC-D171-8D8362B39750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55739" y="1455739"/>
            <a:ext cx="6661147" cy="187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117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917" userDrawn="1">
          <p15:clr>
            <a:srgbClr val="F26B43"/>
          </p15:clr>
        </p15:guide>
        <p15:guide id="18" pos="26046" userDrawn="1">
          <p15:clr>
            <a:srgbClr val="F26B43"/>
          </p15:clr>
        </p15:guide>
        <p15:guide id="19" orient="horz" pos="895" userDrawn="1">
          <p15:clr>
            <a:srgbClr val="F26B43"/>
          </p15:clr>
        </p15:guide>
        <p15:guide id="36" orient="horz" pos="18502" userDrawn="1">
          <p15:clr>
            <a:srgbClr val="F26B43"/>
          </p15:clr>
        </p15:guide>
        <p15:guide id="37" orient="horz" pos="16793" userDrawn="1">
          <p15:clr>
            <a:srgbClr val="F26B43"/>
          </p15:clr>
        </p15:guide>
        <p15:guide id="38" orient="horz" pos="4070" userDrawn="1">
          <p15:clr>
            <a:srgbClr val="F26B43"/>
          </p15:clr>
        </p15:guide>
        <p15:guide id="39" orient="horz" pos="6202" userDrawn="1">
          <p15:clr>
            <a:srgbClr val="F26B43"/>
          </p15:clr>
        </p15:guide>
        <p15:guide id="40" orient="horz" pos="10420" userDrawn="1">
          <p15:clr>
            <a:srgbClr val="F26B43"/>
          </p15:clr>
        </p15:guide>
        <p15:guide id="41" orient="horz" pos="8311" userDrawn="1">
          <p15:clr>
            <a:srgbClr val="F26B43"/>
          </p15:clr>
        </p15:guide>
        <p15:guide id="42" orient="horz" pos="12552" userDrawn="1">
          <p15:clr>
            <a:srgbClr val="F26B43"/>
          </p15:clr>
        </p15:guide>
        <p15:guide id="43" orient="horz" pos="14661" userDrawn="1">
          <p15:clr>
            <a:srgbClr val="F26B43"/>
          </p15:clr>
        </p15:guide>
        <p15:guide id="44" pos="3003" userDrawn="1">
          <p15:clr>
            <a:srgbClr val="F26B43"/>
          </p15:clr>
        </p15:guide>
        <p15:guide id="45" pos="5113" userDrawn="1">
          <p15:clr>
            <a:srgbClr val="F26B43"/>
          </p15:clr>
        </p15:guide>
        <p15:guide id="46" pos="7199" userDrawn="1">
          <p15:clr>
            <a:srgbClr val="F26B43"/>
          </p15:clr>
        </p15:guide>
        <p15:guide id="47" pos="9286" userDrawn="1">
          <p15:clr>
            <a:srgbClr val="F26B43"/>
          </p15:clr>
        </p15:guide>
        <p15:guide id="48" pos="11418" userDrawn="1">
          <p15:clr>
            <a:srgbClr val="F26B43"/>
          </p15:clr>
        </p15:guide>
        <p15:guide id="49" pos="13482" userDrawn="1">
          <p15:clr>
            <a:srgbClr val="F26B43"/>
          </p15:clr>
        </p15:guide>
        <p15:guide id="50" pos="15568" userDrawn="1">
          <p15:clr>
            <a:srgbClr val="F26B43"/>
          </p15:clr>
        </p15:guide>
        <p15:guide id="51" pos="17677" userDrawn="1">
          <p15:clr>
            <a:srgbClr val="F26B43"/>
          </p15:clr>
        </p15:guide>
        <p15:guide id="52" pos="19764" userDrawn="1">
          <p15:clr>
            <a:srgbClr val="F26B43"/>
          </p15:clr>
        </p15:guide>
        <p15:guide id="53" pos="21850" userDrawn="1">
          <p15:clr>
            <a:srgbClr val="F26B43"/>
          </p15:clr>
        </p15:guide>
        <p15:guide id="54" pos="23960" userDrawn="1">
          <p15:clr>
            <a:srgbClr val="F26B43"/>
          </p15:clr>
        </p15:guide>
        <p15:guide id="55" orient="horz" pos="2097" userDrawn="1">
          <p15:clr>
            <a:srgbClr val="F26B43"/>
          </p15:clr>
        </p15:guide>
        <p15:guide id="56" orient="horz" pos="36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A734323-8DED-6057-40A5-62D55DC614A9}"/>
              </a:ext>
            </a:extLst>
          </p:cNvPr>
          <p:cNvSpPr/>
          <p:nvPr/>
        </p:nvSpPr>
        <p:spPr>
          <a:xfrm>
            <a:off x="674843" y="6521964"/>
            <a:ext cx="10466932" cy="7129964"/>
          </a:xfrm>
          <a:prstGeom prst="rect">
            <a:avLst/>
          </a:prstGeom>
          <a:solidFill>
            <a:schemeClr val="bg1"/>
          </a:solidFill>
          <a:ln w="317500">
            <a:solidFill>
              <a:srgbClr val="240E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C238F35-E5A8-EDA3-2713-36239122D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000" dirty="0"/>
              <a:t>An </a:t>
            </a:r>
            <a:r>
              <a:rPr lang="en-GB" sz="8000" i="1" dirty="0"/>
              <a:t>Ab Initio </a:t>
            </a:r>
            <a:r>
              <a:rPr lang="en-GB" sz="8000" dirty="0"/>
              <a:t>Rovibrational Linelist for HPO</a:t>
            </a:r>
            <a:endParaRPr lang="en-US" sz="80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16651-C81A-514E-B9EB-FD00EBC0F2C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Ryan Mok, </a:t>
            </a:r>
            <a:r>
              <a:rPr lang="en-GB" dirty="0"/>
              <a:t>Fangping Liu, Sergei N. Yurchenko</a:t>
            </a:r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E36AFFF-BFC1-723D-CB6A-9115FC6AABF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FCA8C5BA-1FF5-149B-9632-932DB9DA8ED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C763BC8-5523-6C28-2239-5EA255422EE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GB" dirty="0"/>
              <a:t>Department of Physics and Astronomy, University College London, WC1E 6BT, London, UK</a:t>
            </a:r>
            <a:endParaRPr lang="en-US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9678B249-83F4-209B-9C2A-C9BEB6C13020}"/>
              </a:ext>
            </a:extLst>
          </p:cNvPr>
          <p:cNvSpPr>
            <a:spLocks noGrp="1"/>
          </p:cNvSpPr>
          <p:nvPr>
            <p:ph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D6C21CA2-FD8B-96F0-F877-0F7A3134086A}"/>
              </a:ext>
            </a:extLst>
          </p:cNvPr>
          <p:cNvSpPr>
            <a:spLocks noGrp="1"/>
          </p:cNvSpPr>
          <p:nvPr>
            <p:ph sz="quarter" idx="2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81346889-22B2-6F9B-A0BE-03766389A0B4}"/>
              </a:ext>
            </a:extLst>
          </p:cNvPr>
          <p:cNvSpPr>
            <a:spLocks noGrp="1"/>
          </p:cNvSpPr>
          <p:nvPr>
            <p:ph sz="quarter" idx="27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A7236CB-1D08-1C61-8FA2-BA47FB251EB1}"/>
              </a:ext>
            </a:extLst>
          </p:cNvPr>
          <p:cNvGrpSpPr/>
          <p:nvPr/>
        </p:nvGrpSpPr>
        <p:grpSpPr>
          <a:xfrm>
            <a:off x="2270689" y="7885287"/>
            <a:ext cx="7275240" cy="4403317"/>
            <a:chOff x="2529884" y="1485419"/>
            <a:chExt cx="4296945" cy="2600713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B585A51F-CF5B-017C-7401-ACE9EC6E5F97}"/>
                </a:ext>
              </a:extLst>
            </p:cNvPr>
            <p:cNvSpPr/>
            <p:nvPr/>
          </p:nvSpPr>
          <p:spPr>
            <a:xfrm rot="8449048">
              <a:off x="3917299" y="1485419"/>
              <a:ext cx="1451378" cy="1431365"/>
            </a:xfrm>
            <a:prstGeom prst="arc">
              <a:avLst>
                <a:gd name="adj1" fmla="val 15496379"/>
                <a:gd name="adj2" fmla="val 21546438"/>
              </a:avLst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BDE498B-0EBE-96E0-34F8-D8769226A4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6957" y="2201101"/>
              <a:ext cx="1667245" cy="14199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E8F0C31-F325-E517-DF78-7DF30F8975B7}"/>
                </a:ext>
              </a:extLst>
            </p:cNvPr>
            <p:cNvSpPr/>
            <p:nvPr/>
          </p:nvSpPr>
          <p:spPr>
            <a:xfrm>
              <a:off x="2529884" y="3146770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23FE6D0-FA4A-FAF0-11FE-2D6EDAF52C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34202" y="2201101"/>
              <a:ext cx="1755554" cy="14199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DFFD4A4-2CFB-3F78-09F9-63F5C1233FAD}"/>
                </a:ext>
              </a:extLst>
            </p:cNvPr>
            <p:cNvSpPr/>
            <p:nvPr/>
          </p:nvSpPr>
          <p:spPr>
            <a:xfrm>
              <a:off x="4197129" y="1735993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3AB5137-41A4-92D9-7709-CBACFB59F3FF}"/>
                </a:ext>
              </a:extLst>
            </p:cNvPr>
            <p:cNvSpPr/>
            <p:nvPr/>
          </p:nvSpPr>
          <p:spPr>
            <a:xfrm>
              <a:off x="5952683" y="3155915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8F7EE3F-0556-83B2-9D61-E939E3ACB9C1}"/>
                    </a:ext>
                  </a:extLst>
                </p:cNvPr>
                <p:cNvSpPr txBox="1"/>
                <p:nvPr/>
              </p:nvSpPr>
              <p:spPr>
                <a:xfrm>
                  <a:off x="5247261" y="2536757"/>
                  <a:ext cx="1005887" cy="2835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1.484 </m:t>
                        </m:r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Å</m:t>
                        </m:r>
                      </m:oMath>
                    </m:oMathPara>
                  </a14:m>
                  <a:endParaRPr lang="en-GB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8F7EE3F-0556-83B2-9D61-E939E3ACB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7261" y="2536757"/>
                  <a:ext cx="1005887" cy="28350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9BBEEB5-ACEE-A784-0DFF-E9EC93EE84D4}"/>
                    </a:ext>
                  </a:extLst>
                </p:cNvPr>
                <p:cNvSpPr txBox="1"/>
                <p:nvPr/>
              </p:nvSpPr>
              <p:spPr>
                <a:xfrm>
                  <a:off x="3032827" y="2481544"/>
                  <a:ext cx="1005887" cy="2835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1.455 </m:t>
                        </m:r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Å</m:t>
                        </m:r>
                      </m:oMath>
                    </m:oMathPara>
                  </a14:m>
                  <a:endParaRPr lang="en-GB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9BBEEB5-ACEE-A784-0DFF-E9EC93EE8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2827" y="2481544"/>
                  <a:ext cx="1005887" cy="28350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CF7DD42-5A6C-2283-9C82-033F1FDF8092}"/>
                    </a:ext>
                  </a:extLst>
                </p:cNvPr>
                <p:cNvSpPr txBox="1"/>
                <p:nvPr/>
              </p:nvSpPr>
              <p:spPr>
                <a:xfrm>
                  <a:off x="4175413" y="2932664"/>
                  <a:ext cx="1005887" cy="2726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104.4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∘</m:t>
                            </m:r>
                          </m:sup>
                        </m:sSup>
                      </m:oMath>
                    </m:oMathPara>
                  </a14:m>
                  <a:endParaRPr lang="en-GB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CF7DD42-5A6C-2283-9C82-033F1FDF80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5413" y="2932664"/>
                  <a:ext cx="1005887" cy="27267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46" name="Content Placeholder 45">
            <a:extLst>
              <a:ext uri="{FF2B5EF4-FFF2-40B4-BE49-F238E27FC236}">
                <a16:creationId xmlns:a16="http://schemas.microsoft.com/office/drawing/2014/main" id="{648DE49E-2738-9E11-8AA2-69CDCF99E6F5}"/>
              </a:ext>
            </a:extLst>
          </p:cNvPr>
          <p:cNvPicPr>
            <a:picLocks noGrp="1" noChangeAspect="1"/>
          </p:cNvPicPr>
          <p:nvPr>
            <p:ph sz="quarter" idx="24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78275" y="6993627"/>
            <a:ext cx="8165024" cy="5343401"/>
          </a:xfrm>
          <a:prstGeom prst="rect">
            <a:avLst/>
          </a:prstGeom>
          <a:solidFill>
            <a:schemeClr val="bg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84697073"/>
      </p:ext>
    </p:extLst>
  </p:cSld>
  <p:clrMapOvr>
    <a:masterClrMapping/>
  </p:clrMapOvr>
</p:sld>
</file>

<file path=ppt/theme/theme1.xml><?xml version="1.0" encoding="utf-8"?>
<a:theme xmlns:a="http://schemas.openxmlformats.org/drawingml/2006/main" name="1_UCL_Yellow_A0_Portrait_Poster_Theme">
  <a:themeElements>
    <a:clrScheme name="UCL CMYK">
      <a:dk1>
        <a:srgbClr val="000000"/>
      </a:dk1>
      <a:lt1>
        <a:srgbClr val="FAFAFA"/>
      </a:lt1>
      <a:dk2>
        <a:srgbClr val="240E3C"/>
      </a:dk2>
      <a:lt2>
        <a:srgbClr val="9E8CB6"/>
      </a:lt2>
      <a:accent1>
        <a:srgbClr val="8068A0"/>
      </a:accent1>
      <a:accent2>
        <a:srgbClr val="DBD1DE"/>
      </a:accent2>
      <a:accent3>
        <a:srgbClr val="F1EAEF"/>
      </a:accent3>
      <a:accent4>
        <a:srgbClr val="63C3DA"/>
      </a:accent4>
      <a:accent5>
        <a:srgbClr val="8068A0"/>
      </a:accent5>
      <a:accent6>
        <a:srgbClr val="ED367D"/>
      </a:accent6>
      <a:hlink>
        <a:srgbClr val="2F91FA"/>
      </a:hlink>
      <a:folHlink>
        <a:srgbClr val="000000"/>
      </a:folHlink>
    </a:clrScheme>
    <a:fontScheme name="Custom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CL_A0_Portrait_Poster_Master_Template.potx" id="{5B8A0B25-D258-467B-8C36-B5304CDD6BDC}" vid="{330B5DDC-A2F5-4485-A630-08D98E590E04}"/>
    </a:ext>
  </a:extLst>
</a:theme>
</file>

<file path=docMetadata/LabelInfo.xml><?xml version="1.0" encoding="utf-8"?>
<clbl:labelList xmlns:clbl="http://schemas.microsoft.com/office/2020/mipLabelMetadata">
  <clbl:label id="{1faf88fe-a998-4c5b-93c9-210a11d9a5c2}" enabled="0" method="" siteId="{1faf88fe-a998-4c5b-93c9-210a11d9a5c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41</Words>
  <Application>Microsoft Office PowerPoint</Application>
  <PresentationFormat>Custom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Times New Roman</vt:lpstr>
      <vt:lpstr>Arial</vt:lpstr>
      <vt:lpstr>UCL Sans SemiBold</vt:lpstr>
      <vt:lpstr>UCL Sans</vt:lpstr>
      <vt:lpstr>Tahoma</vt:lpstr>
      <vt:lpstr>Cambria Math</vt:lpstr>
      <vt:lpstr>1_UCL_Yellow_A0_Portrait_Poster_Theme</vt:lpstr>
      <vt:lpstr>An Ab Initio Rovibrational Linelist for HPO</vt:lpstr>
    </vt:vector>
  </TitlesOfParts>
  <Company>University College London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UCL A0 Portrait Poster Template</dc:subject>
  <dc:creator>Andaya, Tess</dc:creator>
  <cp:keywords>UCL A0 Portrit Poster</cp:keywords>
  <cp:lastModifiedBy>Ryan Mok</cp:lastModifiedBy>
  <cp:revision>155</cp:revision>
  <dcterms:created xsi:type="dcterms:W3CDTF">2020-10-08T09:46:14Z</dcterms:created>
  <dcterms:modified xsi:type="dcterms:W3CDTF">2026-08-17T17:37:39Z</dcterms:modified>
</cp:coreProperties>
</file>